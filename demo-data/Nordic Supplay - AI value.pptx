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1"/>
  </p:sldMasterIdLst>
  <p:notesMasterIdLst>
    <p:notesMasterId r:id="rId38"/>
  </p:notesMasterIdLst>
  <p:handoutMasterIdLst>
    <p:handoutMasterId r:id="rId39"/>
  </p:handoutMasterIdLst>
  <p:sldIdLst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272" r:id="rId34"/>
    <p:sldId id="313" r:id="rId35"/>
    <p:sldId id="311" r:id="rId36"/>
    <p:sldId id="264" r:id="rId37"/>
  </p:sldIdLst>
  <p:sldSz cx="9144000" cy="5143500" type="screen16x9"/>
  <p:notesSz cx="6858000" cy="9144000"/>
  <p:embeddedFontLst>
    <p:embeddedFont>
      <p:font typeface="Figtree Light" pitchFamily="2" charset="0"/>
      <p:regular r:id="rId40"/>
      <p:italic r:id="rId41"/>
    </p:embeddedFont>
    <p:embeddedFont>
      <p:font typeface="Figtree Medium" pitchFamily="2" charset="0"/>
      <p:regular r:id="rId42"/>
      <p:italic r:id="rId43"/>
    </p:embeddedFont>
  </p:embeddedFont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77" autoAdjust="0"/>
    <p:restoredTop sz="88525" autoAdjust="0"/>
  </p:normalViewPr>
  <p:slideViewPr>
    <p:cSldViewPr snapToGrid="0" showGuides="1">
      <p:cViewPr varScale="1">
        <p:scale>
          <a:sx n="111" d="100"/>
          <a:sy n="111" d="100"/>
        </p:scale>
        <p:origin x="208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96" y="-2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customXml" Target="../customXml/item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font" Target="fonts/font4.fntdata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notesMaster" Target="notesMasters/notesMaster1.xml"/><Relationship Id="rId46" Type="http://schemas.openxmlformats.org/officeDocument/2006/relationships/theme" Target="theme/theme1.xml"/><Relationship Id="rId20" Type="http://schemas.openxmlformats.org/officeDocument/2006/relationships/slide" Target="slides/slide9.xml"/><Relationship Id="rId41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EE572-E017-45CB-A775-363660FFED58}" type="datetime1">
              <a:rPr lang="en-GB" smtClean="0"/>
              <a:t>20/05/2026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D025B-ACD2-45C1-B156-1DDB470CE31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8DBBC-4981-48B7-9D9E-C7F88A7D7FBC}" type="datetime1">
              <a:rPr lang="en-GB" smtClean="0"/>
              <a:t>20/05/2026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685800" rtl="0" eaLnBrk="1" latinLnBrk="0" hangingPunct="1">
      <a:buFont typeface="Arial" panose="020B0604020202020204" pitchFamily="34" charset="0"/>
      <a:buNone/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135000" indent="0" algn="l" defTabSz="685800" rtl="0" eaLnBrk="1" latinLnBrk="0" hangingPunct="1">
      <a:buFont typeface="Arial" panose="020B0604020202020204" pitchFamily="34" charset="0"/>
      <a:buNone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270000" indent="0" algn="l" defTabSz="685800" rtl="0" eaLnBrk="1" latinLnBrk="0" hangingPunct="1">
      <a:buFont typeface="Arial" panose="020B0604020202020204" pitchFamily="34" charset="0"/>
      <a:buNone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405000" indent="0" algn="l" defTabSz="685800" rtl="0" eaLnBrk="1" latinLnBrk="0" hangingPunct="1">
      <a:buFont typeface="Arial" panose="020B0604020202020204" pitchFamily="34" charset="0"/>
      <a:buNone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540000" indent="0" algn="l" defTabSz="685800" rtl="0" eaLnBrk="1" latinLnBrk="0" hangingPunct="1">
      <a:buFont typeface="Arial" panose="020B0604020202020204" pitchFamily="34" charset="0"/>
      <a:buNone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raphic 14">
            <a:extLst>
              <a:ext uri="{FF2B5EF4-FFF2-40B4-BE49-F238E27FC236}">
                <a16:creationId xmlns:a16="http://schemas.microsoft.com/office/drawing/2014/main" id="{3E17CB41-45F5-7F58-92DB-9B6893D9E148}"/>
              </a:ext>
            </a:extLst>
          </p:cNvPr>
          <p:cNvSpPr/>
          <p:nvPr/>
        </p:nvSpPr>
        <p:spPr bwMode="gray">
          <a:xfrm>
            <a:off x="255588" y="257175"/>
            <a:ext cx="5488313" cy="4629150"/>
          </a:xfrm>
          <a:custGeom>
            <a:avLst/>
            <a:gdLst>
              <a:gd name="connsiteX0" fmla="*/ 4312254 w 5488313"/>
              <a:gd name="connsiteY0" fmla="*/ 4629150 h 4629150"/>
              <a:gd name="connsiteX1" fmla="*/ 161925 w 5488313"/>
              <a:gd name="connsiteY1" fmla="*/ 4629150 h 4629150"/>
              <a:gd name="connsiteX2" fmla="*/ 0 w 5488313"/>
              <a:gd name="connsiteY2" fmla="*/ 4467225 h 4629150"/>
              <a:gd name="connsiteX3" fmla="*/ 0 w 5488313"/>
              <a:gd name="connsiteY3" fmla="*/ 0 h 4629150"/>
              <a:gd name="connsiteX4" fmla="*/ 5345335 w 5488313"/>
              <a:gd name="connsiteY4" fmla="*/ 0 h 4629150"/>
              <a:gd name="connsiteX5" fmla="*/ 5484590 w 5488313"/>
              <a:gd name="connsiteY5" fmla="*/ 174974 h 4629150"/>
              <a:gd name="connsiteX6" fmla="*/ 4488656 w 5488313"/>
              <a:gd name="connsiteY6" fmla="*/ 4488847 h 4629150"/>
              <a:gd name="connsiteX7" fmla="*/ 4312349 w 5488313"/>
              <a:gd name="connsiteY7" fmla="*/ 4629150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4312254" y="4629150"/>
                </a:move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4" name="Graphic 18">
            <a:extLst>
              <a:ext uri="{FF2B5EF4-FFF2-40B4-BE49-F238E27FC236}">
                <a16:creationId xmlns:a16="http://schemas.microsoft.com/office/drawing/2014/main" id="{E66A7C5B-1899-866D-29A6-E9D4A0C3F508}"/>
              </a:ext>
            </a:extLst>
          </p:cNvPr>
          <p:cNvSpPr/>
          <p:nvPr/>
        </p:nvSpPr>
        <p:spPr>
          <a:xfrm>
            <a:off x="5591166" y="257175"/>
            <a:ext cx="3294610" cy="2095500"/>
          </a:xfrm>
          <a:custGeom>
            <a:avLst/>
            <a:gdLst>
              <a:gd name="connsiteX0" fmla="*/ 3294611 w 3294610"/>
              <a:gd name="connsiteY0" fmla="*/ 161925 h 2095500"/>
              <a:gd name="connsiteX1" fmla="*/ 3294611 w 3294610"/>
              <a:gd name="connsiteY1" fmla="*/ 2095500 h 2095500"/>
              <a:gd name="connsiteX2" fmla="*/ 142978 w 3294610"/>
              <a:gd name="connsiteY2" fmla="*/ 2095500 h 2095500"/>
              <a:gd name="connsiteX3" fmla="*/ 3723 w 3294610"/>
              <a:gd name="connsiteY3" fmla="*/ 1920526 h 2095500"/>
              <a:gd name="connsiteX4" fmla="*/ 414727 w 3294610"/>
              <a:gd name="connsiteY4" fmla="*/ 140303 h 2095500"/>
              <a:gd name="connsiteX5" fmla="*/ 591034 w 3294610"/>
              <a:gd name="connsiteY5" fmla="*/ 0 h 2095500"/>
              <a:gd name="connsiteX6" fmla="*/ 3132686 w 3294610"/>
              <a:gd name="connsiteY6" fmla="*/ 0 h 2095500"/>
              <a:gd name="connsiteX7" fmla="*/ 3294611 w 3294610"/>
              <a:gd name="connsiteY7" fmla="*/ 161925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4610" h="2095500">
                <a:moveTo>
                  <a:pt x="3294611" y="161925"/>
                </a:moveTo>
                <a:lnTo>
                  <a:pt x="3294611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1" y="58198"/>
                  <a:pt x="506833" y="0"/>
                  <a:pt x="591034" y="0"/>
                </a:cubicBezTo>
                <a:lnTo>
                  <a:pt x="3132686" y="0"/>
                </a:lnTo>
                <a:cubicBezTo>
                  <a:pt x="3222125" y="0"/>
                  <a:pt x="3294611" y="72485"/>
                  <a:pt x="3294611" y="161925"/>
                </a:cubicBezTo>
                <a:close/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1" name="Date Placeholder 20" hidden="1">
            <a:extLst>
              <a:ext uri="{FF2B5EF4-FFF2-40B4-BE49-F238E27FC236}">
                <a16:creationId xmlns:a16="http://schemas.microsoft.com/office/drawing/2014/main" id="{6A203110-CBEE-1B00-0A0C-70D3A07A00B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5144400"/>
            <a:ext cx="0" cy="0"/>
          </a:xfrm>
        </p:spPr>
        <p:txBody>
          <a:bodyPr anchor="t" anchorCtr="0"/>
          <a:lstStyle>
            <a:lvl1pPr algn="l">
              <a:defRPr sz="100">
                <a:noFill/>
              </a:defRPr>
            </a:lvl1pPr>
          </a:lstStyle>
          <a:p>
            <a:fld id="{2B37DC64-B60C-4FC9-A65A-0E8814FE9F51}" type="datetime4">
              <a:rPr lang="en-GB" smtClean="0"/>
              <a:t>20 May 2026</a:t>
            </a:fld>
            <a:endParaRPr lang="en-GB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7410F0B-1750-ED15-19F9-79B9534042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9166" y="3896946"/>
            <a:ext cx="2447659" cy="6163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89659" y="663606"/>
            <a:ext cx="4179190" cy="1922228"/>
          </a:xfrm>
        </p:spPr>
        <p:txBody>
          <a:bodyPr anchor="b" anchorCtr="0"/>
          <a:lstStyle>
            <a:lvl1pPr algn="l">
              <a:lnSpc>
                <a:spcPct val="91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9659" y="2795318"/>
            <a:ext cx="4179189" cy="1224000"/>
          </a:xfrm>
        </p:spPr>
        <p:txBody>
          <a:bodyPr/>
          <a:lstStyle>
            <a:lvl1pPr mar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cap="none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7241FB-5DFB-B3F4-B674-B968359BB0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659" y="4350326"/>
            <a:ext cx="4104000" cy="27564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date and/or presenters name</a:t>
            </a:r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6" name="Date Placeholder 20" hidden="1">
            <a:extLst>
              <a:ext uri="{FF2B5EF4-FFF2-40B4-BE49-F238E27FC236}">
                <a16:creationId xmlns:a16="http://schemas.microsoft.com/office/drawing/2014/main" id="{A816E0B9-C64A-099C-E80E-9B48249DF52C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5144400"/>
            <a:ext cx="0" cy="0"/>
          </a:xfrm>
        </p:spPr>
        <p:txBody>
          <a:bodyPr anchor="t" anchorCtr="0"/>
          <a:lstStyle>
            <a:lvl1pPr algn="l">
              <a:defRPr sz="100">
                <a:noFill/>
              </a:defRPr>
            </a:lvl1pPr>
          </a:lstStyle>
          <a:p>
            <a:fld id="{0BBE29E8-1160-4FB7-B056-E4BB1E4B60C1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35" name="Picture Placeholder 7">
            <a:extLst>
              <a:ext uri="{FF2B5EF4-FFF2-40B4-BE49-F238E27FC236}">
                <a16:creationId xmlns:a16="http://schemas.microsoft.com/office/drawing/2014/main" id="{4A42E85A-ABE6-8839-3C2A-8913D96AE0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9144900" cy="5146200"/>
          </a:xfrm>
          <a:solidFill>
            <a:schemeClr val="bg1">
              <a:lumMod val="85000"/>
            </a:schemeClr>
          </a:solidFill>
        </p:spPr>
        <p:txBody>
          <a:bodyPr lIns="36000" tIns="36000" rIns="36000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9054D83-4E7B-8692-470E-5F1902DC27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5588" y="257175"/>
            <a:ext cx="5488313" cy="4629150"/>
          </a:xfrm>
          <a:custGeom>
            <a:avLst/>
            <a:gdLst>
              <a:gd name="connsiteX0" fmla="*/ 0 w 5488313"/>
              <a:gd name="connsiteY0" fmla="*/ 0 h 4629150"/>
              <a:gd name="connsiteX1" fmla="*/ 5345335 w 5488313"/>
              <a:gd name="connsiteY1" fmla="*/ 0 h 4629150"/>
              <a:gd name="connsiteX2" fmla="*/ 5484590 w 5488313"/>
              <a:gd name="connsiteY2" fmla="*/ 174974 h 4629150"/>
              <a:gd name="connsiteX3" fmla="*/ 4488656 w 5488313"/>
              <a:gd name="connsiteY3" fmla="*/ 4488847 h 4629150"/>
              <a:gd name="connsiteX4" fmla="*/ 4312349 w 5488313"/>
              <a:gd name="connsiteY4" fmla="*/ 4629150 h 4629150"/>
              <a:gd name="connsiteX5" fmla="*/ 4312254 w 5488313"/>
              <a:gd name="connsiteY5" fmla="*/ 4629150 h 4629150"/>
              <a:gd name="connsiteX6" fmla="*/ 161925 w 5488313"/>
              <a:gd name="connsiteY6" fmla="*/ 4629150 h 4629150"/>
              <a:gd name="connsiteX7" fmla="*/ 0 w 5488313"/>
              <a:gd name="connsiteY7" fmla="*/ 4467225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0" y="0"/>
                </a:move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lnTo>
                  <a:pt x="4312254" y="4629150"/>
                </a:ln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noFill/>
                <a:latin typeface="+mn-lt"/>
              </a:defRPr>
            </a:lvl1pPr>
            <a:lvl2pPr marL="0" indent="0">
              <a:buFontTx/>
              <a:buNone/>
              <a:defRPr sz="100">
                <a:noFill/>
                <a:latin typeface="+mn-lt"/>
              </a:defRPr>
            </a:lvl2pPr>
            <a:lvl3pPr marL="0" indent="0">
              <a:buFontTx/>
              <a:buNone/>
              <a:defRPr sz="100">
                <a:noFill/>
                <a:latin typeface="+mn-lt"/>
              </a:defRPr>
            </a:lvl3pPr>
            <a:lvl4pPr marL="0" indent="0">
              <a:buFontTx/>
              <a:buNone/>
              <a:defRPr sz="100">
                <a:noFill/>
                <a:latin typeface="+mn-lt"/>
              </a:defRPr>
            </a:lvl4pPr>
            <a:lvl5pPr marL="0" indent="0">
              <a:buFontTx/>
              <a:buNone/>
              <a:defRPr sz="100">
                <a:noFill/>
                <a:latin typeface="+mn-lt"/>
              </a:defRPr>
            </a:lvl5pPr>
            <a:lvl6pPr marL="0" indent="0">
              <a:buFontTx/>
              <a:buNone/>
              <a:defRPr sz="100">
                <a:noFill/>
                <a:latin typeface="+mn-lt"/>
              </a:defRPr>
            </a:lvl6pPr>
            <a:lvl7pPr marL="0" indent="0">
              <a:buFontTx/>
              <a:buNone/>
              <a:defRPr sz="100">
                <a:noFill/>
                <a:latin typeface="+mn-lt"/>
              </a:defRPr>
            </a:lvl7pPr>
            <a:lvl8pPr marL="0" indent="0">
              <a:buFontTx/>
              <a:buNone/>
              <a:defRPr sz="100">
                <a:noFill/>
                <a:latin typeface="+mn-lt"/>
              </a:defRPr>
            </a:lvl8pPr>
            <a:lvl9pPr marL="0" indent="0">
              <a:buFontTx/>
              <a:buNone/>
              <a:defRPr sz="1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3393315-252E-79A5-7AA5-A54AE2D891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91166" y="257175"/>
            <a:ext cx="3294610" cy="2095500"/>
          </a:xfrm>
          <a:custGeom>
            <a:avLst/>
            <a:gdLst>
              <a:gd name="connsiteX0" fmla="*/ 591034 w 3294610"/>
              <a:gd name="connsiteY0" fmla="*/ 0 h 2095500"/>
              <a:gd name="connsiteX1" fmla="*/ 3132686 w 3294610"/>
              <a:gd name="connsiteY1" fmla="*/ 0 h 2095500"/>
              <a:gd name="connsiteX2" fmla="*/ 3281888 w 3294610"/>
              <a:gd name="connsiteY2" fmla="*/ 98892 h 2095500"/>
              <a:gd name="connsiteX3" fmla="*/ 3294610 w 3294610"/>
              <a:gd name="connsiteY3" fmla="*/ 161920 h 2095500"/>
              <a:gd name="connsiteX4" fmla="*/ 3294610 w 3294610"/>
              <a:gd name="connsiteY4" fmla="*/ 2095500 h 2095500"/>
              <a:gd name="connsiteX5" fmla="*/ 142978 w 3294610"/>
              <a:gd name="connsiteY5" fmla="*/ 2095500 h 2095500"/>
              <a:gd name="connsiteX6" fmla="*/ 3723 w 3294610"/>
              <a:gd name="connsiteY6" fmla="*/ 1920526 h 2095500"/>
              <a:gd name="connsiteX7" fmla="*/ 414727 w 3294610"/>
              <a:gd name="connsiteY7" fmla="*/ 140303 h 2095500"/>
              <a:gd name="connsiteX8" fmla="*/ 591034 w 3294610"/>
              <a:gd name="connsiteY8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94610" h="2095500">
                <a:moveTo>
                  <a:pt x="591034" y="0"/>
                </a:moveTo>
                <a:lnTo>
                  <a:pt x="3132686" y="0"/>
                </a:lnTo>
                <a:cubicBezTo>
                  <a:pt x="3199765" y="0"/>
                  <a:pt x="3257308" y="40773"/>
                  <a:pt x="3281888" y="98892"/>
                </a:cubicBezTo>
                <a:lnTo>
                  <a:pt x="3294610" y="161920"/>
                </a:lnTo>
                <a:lnTo>
                  <a:pt x="3294610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1" y="58198"/>
                  <a:pt x="506833" y="0"/>
                  <a:pt x="591034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noFill/>
                <a:latin typeface="+mn-lt"/>
              </a:defRPr>
            </a:lvl1pPr>
            <a:lvl2pPr marL="0" indent="0">
              <a:buFontTx/>
              <a:buNone/>
              <a:defRPr sz="100">
                <a:noFill/>
                <a:latin typeface="+mn-lt"/>
              </a:defRPr>
            </a:lvl2pPr>
            <a:lvl3pPr marL="0" indent="0">
              <a:buFontTx/>
              <a:buNone/>
              <a:defRPr sz="100">
                <a:noFill/>
                <a:latin typeface="+mn-lt"/>
              </a:defRPr>
            </a:lvl3pPr>
            <a:lvl4pPr marL="0" indent="0">
              <a:buFontTx/>
              <a:buNone/>
              <a:defRPr sz="100">
                <a:noFill/>
                <a:latin typeface="+mn-lt"/>
              </a:defRPr>
            </a:lvl4pPr>
            <a:lvl5pPr marL="0" indent="0">
              <a:buFontTx/>
              <a:buNone/>
              <a:defRPr sz="100">
                <a:noFill/>
                <a:latin typeface="+mn-lt"/>
              </a:defRPr>
            </a:lvl5pPr>
            <a:lvl6pPr marL="0" indent="0">
              <a:buFontTx/>
              <a:buNone/>
              <a:defRPr sz="100">
                <a:noFill/>
                <a:latin typeface="+mn-lt"/>
              </a:defRPr>
            </a:lvl6pPr>
            <a:lvl7pPr marL="0" indent="0">
              <a:buFontTx/>
              <a:buNone/>
              <a:defRPr sz="100">
                <a:noFill/>
                <a:latin typeface="+mn-lt"/>
              </a:defRPr>
            </a:lvl7pPr>
            <a:lvl8pPr marL="0" indent="0">
              <a:buFontTx/>
              <a:buNone/>
              <a:defRPr sz="100">
                <a:noFill/>
                <a:latin typeface="+mn-lt"/>
              </a:defRPr>
            </a:lvl8pPr>
            <a:lvl9pPr marL="0" indent="0">
              <a:buFontTx/>
              <a:buNone/>
              <a:defRPr sz="1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0610E4F-EB47-8D49-3AC9-6290C05A89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39166" y="3896946"/>
            <a:ext cx="2447659" cy="616369"/>
          </a:xfrm>
          <a:custGeom>
            <a:avLst/>
            <a:gdLst>
              <a:gd name="connsiteX0" fmla="*/ 1537233 w 2447659"/>
              <a:gd name="connsiteY0" fmla="*/ 337525 h 616369"/>
              <a:gd name="connsiteX1" fmla="*/ 1620074 w 2447659"/>
              <a:gd name="connsiteY1" fmla="*/ 337525 h 616369"/>
              <a:gd name="connsiteX2" fmla="*/ 1620074 w 2447659"/>
              <a:gd name="connsiteY2" fmla="*/ 496567 h 616369"/>
              <a:gd name="connsiteX3" fmla="*/ 1649638 w 2447659"/>
              <a:gd name="connsiteY3" fmla="*/ 526094 h 616369"/>
              <a:gd name="connsiteX4" fmla="*/ 1718519 w 2447659"/>
              <a:gd name="connsiteY4" fmla="*/ 526094 h 616369"/>
              <a:gd name="connsiteX5" fmla="*/ 1718519 w 2447659"/>
              <a:gd name="connsiteY5" fmla="*/ 608831 h 616369"/>
              <a:gd name="connsiteX6" fmla="*/ 1649638 w 2447659"/>
              <a:gd name="connsiteY6" fmla="*/ 608831 h 616369"/>
              <a:gd name="connsiteX7" fmla="*/ 1537233 w 2447659"/>
              <a:gd name="connsiteY7" fmla="*/ 496567 h 616369"/>
              <a:gd name="connsiteX8" fmla="*/ 1938615 w 2447659"/>
              <a:gd name="connsiteY8" fmla="*/ 310013 h 616369"/>
              <a:gd name="connsiteX9" fmla="*/ 1825969 w 2447659"/>
              <a:gd name="connsiteY9" fmla="*/ 422516 h 616369"/>
              <a:gd name="connsiteX10" fmla="*/ 1938615 w 2447659"/>
              <a:gd name="connsiteY10" fmla="*/ 535781 h 616369"/>
              <a:gd name="connsiteX11" fmla="*/ 2039838 w 2447659"/>
              <a:gd name="connsiteY11" fmla="*/ 480289 h 616369"/>
              <a:gd name="connsiteX12" fmla="*/ 2039838 w 2447659"/>
              <a:gd name="connsiteY12" fmla="*/ 366265 h 616369"/>
              <a:gd name="connsiteX13" fmla="*/ 1938615 w 2447659"/>
              <a:gd name="connsiteY13" fmla="*/ 310013 h 616369"/>
              <a:gd name="connsiteX14" fmla="*/ 982513 w 2447659"/>
              <a:gd name="connsiteY14" fmla="*/ 237043 h 616369"/>
              <a:gd name="connsiteX15" fmla="*/ 1066997 w 2447659"/>
              <a:gd name="connsiteY15" fmla="*/ 237043 h 616369"/>
              <a:gd name="connsiteX16" fmla="*/ 1066997 w 2447659"/>
              <a:gd name="connsiteY16" fmla="*/ 608764 h 616369"/>
              <a:gd name="connsiteX17" fmla="*/ 982513 w 2447659"/>
              <a:gd name="connsiteY17" fmla="*/ 608764 h 616369"/>
              <a:gd name="connsiteX18" fmla="*/ 554800 w 2447659"/>
              <a:gd name="connsiteY18" fmla="*/ 237043 h 616369"/>
              <a:gd name="connsiteX19" fmla="*/ 646886 w 2447659"/>
              <a:gd name="connsiteY19" fmla="*/ 237043 h 616369"/>
              <a:gd name="connsiteX20" fmla="*/ 747362 w 2447659"/>
              <a:gd name="connsiteY20" fmla="*/ 495500 h 616369"/>
              <a:gd name="connsiteX21" fmla="*/ 847063 w 2447659"/>
              <a:gd name="connsiteY21" fmla="*/ 237043 h 616369"/>
              <a:gd name="connsiteX22" fmla="*/ 939924 w 2447659"/>
              <a:gd name="connsiteY22" fmla="*/ 237043 h 616369"/>
              <a:gd name="connsiteX23" fmla="*/ 783900 w 2447659"/>
              <a:gd name="connsiteY23" fmla="*/ 608751 h 616369"/>
              <a:gd name="connsiteX24" fmla="*/ 710824 w 2447659"/>
              <a:gd name="connsiteY24" fmla="*/ 608751 h 616369"/>
              <a:gd name="connsiteX25" fmla="*/ 427713 w 2447659"/>
              <a:gd name="connsiteY25" fmla="*/ 237043 h 616369"/>
              <a:gd name="connsiteX26" fmla="*/ 512197 w 2447659"/>
              <a:gd name="connsiteY26" fmla="*/ 237043 h 616369"/>
              <a:gd name="connsiteX27" fmla="*/ 512197 w 2447659"/>
              <a:gd name="connsiteY27" fmla="*/ 608764 h 616369"/>
              <a:gd name="connsiteX28" fmla="*/ 427713 w 2447659"/>
              <a:gd name="connsiteY28" fmla="*/ 608764 h 616369"/>
              <a:gd name="connsiteX29" fmla="*/ 0 w 2447659"/>
              <a:gd name="connsiteY29" fmla="*/ 237043 h 616369"/>
              <a:gd name="connsiteX30" fmla="*/ 92100 w 2447659"/>
              <a:gd name="connsiteY30" fmla="*/ 237043 h 616369"/>
              <a:gd name="connsiteX31" fmla="*/ 192562 w 2447659"/>
              <a:gd name="connsiteY31" fmla="*/ 495500 h 616369"/>
              <a:gd name="connsiteX32" fmla="*/ 292263 w 2447659"/>
              <a:gd name="connsiteY32" fmla="*/ 237043 h 616369"/>
              <a:gd name="connsiteX33" fmla="*/ 385124 w 2447659"/>
              <a:gd name="connsiteY33" fmla="*/ 237043 h 616369"/>
              <a:gd name="connsiteX34" fmla="*/ 229100 w 2447659"/>
              <a:gd name="connsiteY34" fmla="*/ 608751 h 616369"/>
              <a:gd name="connsiteX35" fmla="*/ 156024 w 2447659"/>
              <a:gd name="connsiteY35" fmla="*/ 608751 h 616369"/>
              <a:gd name="connsiteX36" fmla="*/ 1921100 w 2447659"/>
              <a:gd name="connsiteY36" fmla="*/ 229451 h 616369"/>
              <a:gd name="connsiteX37" fmla="*/ 2039838 w 2447659"/>
              <a:gd name="connsiteY37" fmla="*/ 287210 h 616369"/>
              <a:gd name="connsiteX38" fmla="*/ 2039838 w 2447659"/>
              <a:gd name="connsiteY38" fmla="*/ 237042 h 616369"/>
              <a:gd name="connsiteX39" fmla="*/ 2124322 w 2447659"/>
              <a:gd name="connsiteY39" fmla="*/ 237042 h 616369"/>
              <a:gd name="connsiteX40" fmla="*/ 2124322 w 2447659"/>
              <a:gd name="connsiteY40" fmla="*/ 608764 h 616369"/>
              <a:gd name="connsiteX41" fmla="*/ 2039838 w 2447659"/>
              <a:gd name="connsiteY41" fmla="*/ 608764 h 616369"/>
              <a:gd name="connsiteX42" fmla="*/ 2039838 w 2447659"/>
              <a:gd name="connsiteY42" fmla="*/ 558596 h 616369"/>
              <a:gd name="connsiteX43" fmla="*/ 1921100 w 2447659"/>
              <a:gd name="connsiteY43" fmla="*/ 616369 h 616369"/>
              <a:gd name="connsiteX44" fmla="*/ 1742246 w 2447659"/>
              <a:gd name="connsiteY44" fmla="*/ 422530 h 616369"/>
              <a:gd name="connsiteX45" fmla="*/ 1921100 w 2447659"/>
              <a:gd name="connsiteY45" fmla="*/ 229451 h 616369"/>
              <a:gd name="connsiteX46" fmla="*/ 1312088 w 2447659"/>
              <a:gd name="connsiteY46" fmla="*/ 229437 h 616369"/>
              <a:gd name="connsiteX47" fmla="*/ 1490181 w 2447659"/>
              <a:gd name="connsiteY47" fmla="*/ 370067 h 616369"/>
              <a:gd name="connsiteX48" fmla="*/ 1403412 w 2447659"/>
              <a:gd name="connsiteY48" fmla="*/ 370067 h 616369"/>
              <a:gd name="connsiteX49" fmla="*/ 1312075 w 2447659"/>
              <a:gd name="connsiteY49" fmla="*/ 310773 h 616369"/>
              <a:gd name="connsiteX50" fmla="*/ 1203236 w 2447659"/>
              <a:gd name="connsiteY50" fmla="*/ 423277 h 616369"/>
              <a:gd name="connsiteX51" fmla="*/ 1312075 w 2447659"/>
              <a:gd name="connsiteY51" fmla="*/ 535020 h 616369"/>
              <a:gd name="connsiteX52" fmla="*/ 1312075 w 2447659"/>
              <a:gd name="connsiteY52" fmla="*/ 535007 h 616369"/>
              <a:gd name="connsiteX53" fmla="*/ 1404174 w 2447659"/>
              <a:gd name="connsiteY53" fmla="*/ 472684 h 616369"/>
              <a:gd name="connsiteX54" fmla="*/ 1490943 w 2447659"/>
              <a:gd name="connsiteY54" fmla="*/ 472684 h 616369"/>
              <a:gd name="connsiteX55" fmla="*/ 1312088 w 2447659"/>
              <a:gd name="connsiteY55" fmla="*/ 616356 h 616369"/>
              <a:gd name="connsiteX56" fmla="*/ 1119526 w 2447659"/>
              <a:gd name="connsiteY56" fmla="*/ 423277 h 616369"/>
              <a:gd name="connsiteX57" fmla="*/ 1312088 w 2447659"/>
              <a:gd name="connsiteY57" fmla="*/ 229437 h 616369"/>
              <a:gd name="connsiteX58" fmla="*/ 1537233 w 2447659"/>
              <a:gd name="connsiteY58" fmla="*/ 142965 h 616369"/>
              <a:gd name="connsiteX59" fmla="*/ 1620074 w 2447659"/>
              <a:gd name="connsiteY59" fmla="*/ 142965 h 616369"/>
              <a:gd name="connsiteX60" fmla="*/ 1620074 w 2447659"/>
              <a:gd name="connsiteY60" fmla="*/ 207382 h 616369"/>
              <a:gd name="connsiteX61" fmla="*/ 1649638 w 2447659"/>
              <a:gd name="connsiteY61" fmla="*/ 236909 h 616369"/>
              <a:gd name="connsiteX62" fmla="*/ 1718519 w 2447659"/>
              <a:gd name="connsiteY62" fmla="*/ 236909 h 616369"/>
              <a:gd name="connsiteX63" fmla="*/ 1718519 w 2447659"/>
              <a:gd name="connsiteY63" fmla="*/ 319646 h 616369"/>
              <a:gd name="connsiteX64" fmla="*/ 1649638 w 2447659"/>
              <a:gd name="connsiteY64" fmla="*/ 319646 h 616369"/>
              <a:gd name="connsiteX65" fmla="*/ 1537233 w 2447659"/>
              <a:gd name="connsiteY65" fmla="*/ 207382 h 616369"/>
              <a:gd name="connsiteX66" fmla="*/ 1024755 w 2447659"/>
              <a:gd name="connsiteY66" fmla="*/ 98187 h 616369"/>
              <a:gd name="connsiteX67" fmla="*/ 1078233 w 2447659"/>
              <a:gd name="connsiteY67" fmla="*/ 151597 h 616369"/>
              <a:gd name="connsiteX68" fmla="*/ 1024755 w 2447659"/>
              <a:gd name="connsiteY68" fmla="*/ 205007 h 616369"/>
              <a:gd name="connsiteX69" fmla="*/ 971278 w 2447659"/>
              <a:gd name="connsiteY69" fmla="*/ 151597 h 616369"/>
              <a:gd name="connsiteX70" fmla="*/ 1024755 w 2447659"/>
              <a:gd name="connsiteY70" fmla="*/ 98187 h 616369"/>
              <a:gd name="connsiteX71" fmla="*/ 469955 w 2447659"/>
              <a:gd name="connsiteY71" fmla="*/ 98187 h 616369"/>
              <a:gd name="connsiteX72" fmla="*/ 523432 w 2447659"/>
              <a:gd name="connsiteY72" fmla="*/ 151597 h 616369"/>
              <a:gd name="connsiteX73" fmla="*/ 469955 w 2447659"/>
              <a:gd name="connsiteY73" fmla="*/ 205007 h 616369"/>
              <a:gd name="connsiteX74" fmla="*/ 416477 w 2447659"/>
              <a:gd name="connsiteY74" fmla="*/ 151597 h 616369"/>
              <a:gd name="connsiteX75" fmla="*/ 469955 w 2447659"/>
              <a:gd name="connsiteY75" fmla="*/ 98187 h 616369"/>
              <a:gd name="connsiteX76" fmla="*/ 2287587 w 2447659"/>
              <a:gd name="connsiteY76" fmla="*/ 87874 h 616369"/>
              <a:gd name="connsiteX77" fmla="*/ 2287587 w 2447659"/>
              <a:gd name="connsiteY77" fmla="*/ 87914 h 616369"/>
              <a:gd name="connsiteX78" fmla="*/ 2279078 w 2447659"/>
              <a:gd name="connsiteY78" fmla="*/ 121417 h 616369"/>
              <a:gd name="connsiteX79" fmla="*/ 2260602 w 2447659"/>
              <a:gd name="connsiteY79" fmla="*/ 139509 h 616369"/>
              <a:gd name="connsiteX80" fmla="*/ 2224918 w 2447659"/>
              <a:gd name="connsiteY80" fmla="*/ 147795 h 616369"/>
              <a:gd name="connsiteX81" fmla="*/ 2224918 w 2447659"/>
              <a:gd name="connsiteY81" fmla="*/ 152945 h 616369"/>
              <a:gd name="connsiteX82" fmla="*/ 2260602 w 2447659"/>
              <a:gd name="connsiteY82" fmla="*/ 161231 h 616369"/>
              <a:gd name="connsiteX83" fmla="*/ 2279078 w 2447659"/>
              <a:gd name="connsiteY83" fmla="*/ 179323 h 616369"/>
              <a:gd name="connsiteX84" fmla="*/ 2287587 w 2447659"/>
              <a:gd name="connsiteY84" fmla="*/ 212826 h 616369"/>
              <a:gd name="connsiteX85" fmla="*/ 2287587 w 2447659"/>
              <a:gd name="connsiteY85" fmla="*/ 212866 h 616369"/>
              <a:gd name="connsiteX86" fmla="*/ 2293278 w 2447659"/>
              <a:gd name="connsiteY86" fmla="*/ 212866 h 616369"/>
              <a:gd name="connsiteX87" fmla="*/ 2293278 w 2447659"/>
              <a:gd name="connsiteY87" fmla="*/ 212826 h 616369"/>
              <a:gd name="connsiteX88" fmla="*/ 2301788 w 2447659"/>
              <a:gd name="connsiteY88" fmla="*/ 179323 h 616369"/>
              <a:gd name="connsiteX89" fmla="*/ 2320264 w 2447659"/>
              <a:gd name="connsiteY89" fmla="*/ 161231 h 616369"/>
              <a:gd name="connsiteX90" fmla="*/ 2355947 w 2447659"/>
              <a:gd name="connsiteY90" fmla="*/ 152945 h 616369"/>
              <a:gd name="connsiteX91" fmla="*/ 2355947 w 2447659"/>
              <a:gd name="connsiteY91" fmla="*/ 147795 h 616369"/>
              <a:gd name="connsiteX92" fmla="*/ 2320264 w 2447659"/>
              <a:gd name="connsiteY92" fmla="*/ 139509 h 616369"/>
              <a:gd name="connsiteX93" fmla="*/ 2301788 w 2447659"/>
              <a:gd name="connsiteY93" fmla="*/ 121417 h 616369"/>
              <a:gd name="connsiteX94" fmla="*/ 2293278 w 2447659"/>
              <a:gd name="connsiteY94" fmla="*/ 87914 h 616369"/>
              <a:gd name="connsiteX95" fmla="*/ 2293278 w 2447659"/>
              <a:gd name="connsiteY95" fmla="*/ 87874 h 616369"/>
              <a:gd name="connsiteX96" fmla="*/ 2287587 w 2447659"/>
              <a:gd name="connsiteY96" fmla="*/ 87874 h 616369"/>
              <a:gd name="connsiteX97" fmla="*/ 2261604 w 2447659"/>
              <a:gd name="connsiteY97" fmla="*/ 0 h 616369"/>
              <a:gd name="connsiteX98" fmla="*/ 2289177 w 2447659"/>
              <a:gd name="connsiteY98" fmla="*/ 0 h 616369"/>
              <a:gd name="connsiteX99" fmla="*/ 2316751 w 2447659"/>
              <a:gd name="connsiteY99" fmla="*/ 0 h 616369"/>
              <a:gd name="connsiteX100" fmla="*/ 2316751 w 2447659"/>
              <a:gd name="connsiteY100" fmla="*/ 85112 h 616369"/>
              <a:gd name="connsiteX101" fmla="*/ 2352674 w 2447659"/>
              <a:gd name="connsiteY101" fmla="*/ 49234 h 616369"/>
              <a:gd name="connsiteX102" fmla="*/ 2391670 w 2447659"/>
              <a:gd name="connsiteY102" fmla="*/ 88181 h 616369"/>
              <a:gd name="connsiteX103" fmla="*/ 2355747 w 2447659"/>
              <a:gd name="connsiteY103" fmla="*/ 124059 h 616369"/>
              <a:gd name="connsiteX104" fmla="*/ 2447659 w 2447659"/>
              <a:gd name="connsiteY104" fmla="*/ 124059 h 616369"/>
              <a:gd name="connsiteX105" fmla="*/ 2447659 w 2447659"/>
              <a:gd name="connsiteY105" fmla="*/ 132664 h 616369"/>
              <a:gd name="connsiteX106" fmla="*/ 2447659 w 2447659"/>
              <a:gd name="connsiteY106" fmla="*/ 151597 h 616369"/>
              <a:gd name="connsiteX107" fmla="*/ 2447659 w 2447659"/>
              <a:gd name="connsiteY107" fmla="*/ 170530 h 616369"/>
              <a:gd name="connsiteX108" fmla="*/ 2447659 w 2447659"/>
              <a:gd name="connsiteY108" fmla="*/ 179136 h 616369"/>
              <a:gd name="connsiteX109" fmla="*/ 2355747 w 2447659"/>
              <a:gd name="connsiteY109" fmla="*/ 179136 h 616369"/>
              <a:gd name="connsiteX110" fmla="*/ 2391670 w 2447659"/>
              <a:gd name="connsiteY110" fmla="*/ 215014 h 616369"/>
              <a:gd name="connsiteX111" fmla="*/ 2352674 w 2447659"/>
              <a:gd name="connsiteY111" fmla="*/ 253961 h 616369"/>
              <a:gd name="connsiteX112" fmla="*/ 2316751 w 2447659"/>
              <a:gd name="connsiteY112" fmla="*/ 218083 h 616369"/>
              <a:gd name="connsiteX113" fmla="*/ 2316751 w 2447659"/>
              <a:gd name="connsiteY113" fmla="*/ 303195 h 616369"/>
              <a:gd name="connsiteX114" fmla="*/ 2261604 w 2447659"/>
              <a:gd name="connsiteY114" fmla="*/ 303195 h 616369"/>
              <a:gd name="connsiteX115" fmla="*/ 2261604 w 2447659"/>
              <a:gd name="connsiteY115" fmla="*/ 218083 h 616369"/>
              <a:gd name="connsiteX116" fmla="*/ 2225680 w 2447659"/>
              <a:gd name="connsiteY116" fmla="*/ 253961 h 616369"/>
              <a:gd name="connsiteX117" fmla="*/ 2186684 w 2447659"/>
              <a:gd name="connsiteY117" fmla="*/ 215014 h 616369"/>
              <a:gd name="connsiteX118" fmla="*/ 2222608 w 2447659"/>
              <a:gd name="connsiteY118" fmla="*/ 179136 h 616369"/>
              <a:gd name="connsiteX119" fmla="*/ 2130695 w 2447659"/>
              <a:gd name="connsiteY119" fmla="*/ 179136 h 616369"/>
              <a:gd name="connsiteX120" fmla="*/ 2130695 w 2447659"/>
              <a:gd name="connsiteY120" fmla="*/ 124059 h 616369"/>
              <a:gd name="connsiteX121" fmla="*/ 2222608 w 2447659"/>
              <a:gd name="connsiteY121" fmla="*/ 124059 h 616369"/>
              <a:gd name="connsiteX122" fmla="*/ 2186684 w 2447659"/>
              <a:gd name="connsiteY122" fmla="*/ 88181 h 616369"/>
              <a:gd name="connsiteX123" fmla="*/ 2225680 w 2447659"/>
              <a:gd name="connsiteY123" fmla="*/ 49234 h 616369"/>
              <a:gd name="connsiteX124" fmla="*/ 2261604 w 2447659"/>
              <a:gd name="connsiteY124" fmla="*/ 85112 h 61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2447659" h="616369">
                <a:moveTo>
                  <a:pt x="1537233" y="337525"/>
                </a:moveTo>
                <a:lnTo>
                  <a:pt x="1620074" y="337525"/>
                </a:lnTo>
                <a:lnTo>
                  <a:pt x="1620074" y="496567"/>
                </a:lnTo>
                <a:cubicBezTo>
                  <a:pt x="1620074" y="512858"/>
                  <a:pt x="1633340" y="526094"/>
                  <a:pt x="1649638" y="526094"/>
                </a:cubicBezTo>
                <a:lnTo>
                  <a:pt x="1718519" y="526094"/>
                </a:lnTo>
                <a:lnTo>
                  <a:pt x="1718519" y="608831"/>
                </a:lnTo>
                <a:lnTo>
                  <a:pt x="1649638" y="608831"/>
                </a:lnTo>
                <a:cubicBezTo>
                  <a:pt x="1587651" y="608831"/>
                  <a:pt x="1537233" y="558463"/>
                  <a:pt x="1537233" y="496567"/>
                </a:cubicBezTo>
                <a:close/>
                <a:moveTo>
                  <a:pt x="1938615" y="310013"/>
                </a:moveTo>
                <a:cubicBezTo>
                  <a:pt x="1874677" y="310013"/>
                  <a:pt x="1825969" y="357899"/>
                  <a:pt x="1825969" y="422516"/>
                </a:cubicBezTo>
                <a:cubicBezTo>
                  <a:pt x="1825969" y="487134"/>
                  <a:pt x="1874677" y="535781"/>
                  <a:pt x="1938615" y="535781"/>
                </a:cubicBezTo>
                <a:cubicBezTo>
                  <a:pt x="1980469" y="535781"/>
                  <a:pt x="2021562" y="512218"/>
                  <a:pt x="2039838" y="480289"/>
                </a:cubicBezTo>
                <a:lnTo>
                  <a:pt x="2039838" y="366265"/>
                </a:lnTo>
                <a:cubicBezTo>
                  <a:pt x="2021576" y="333575"/>
                  <a:pt x="1981231" y="310013"/>
                  <a:pt x="1938615" y="310013"/>
                </a:cubicBezTo>
                <a:close/>
                <a:moveTo>
                  <a:pt x="982513" y="237043"/>
                </a:moveTo>
                <a:lnTo>
                  <a:pt x="1066997" y="237043"/>
                </a:lnTo>
                <a:lnTo>
                  <a:pt x="1066997" y="608764"/>
                </a:lnTo>
                <a:lnTo>
                  <a:pt x="982513" y="608764"/>
                </a:lnTo>
                <a:close/>
                <a:moveTo>
                  <a:pt x="554800" y="237043"/>
                </a:moveTo>
                <a:lnTo>
                  <a:pt x="646886" y="237043"/>
                </a:lnTo>
                <a:lnTo>
                  <a:pt x="747362" y="495500"/>
                </a:lnTo>
                <a:lnTo>
                  <a:pt x="847063" y="237043"/>
                </a:lnTo>
                <a:lnTo>
                  <a:pt x="939924" y="237043"/>
                </a:lnTo>
                <a:lnTo>
                  <a:pt x="783900" y="608751"/>
                </a:lnTo>
                <a:lnTo>
                  <a:pt x="710824" y="608751"/>
                </a:lnTo>
                <a:close/>
                <a:moveTo>
                  <a:pt x="427713" y="237043"/>
                </a:moveTo>
                <a:lnTo>
                  <a:pt x="512197" y="237043"/>
                </a:lnTo>
                <a:lnTo>
                  <a:pt x="512197" y="608764"/>
                </a:lnTo>
                <a:lnTo>
                  <a:pt x="427713" y="608764"/>
                </a:lnTo>
                <a:close/>
                <a:moveTo>
                  <a:pt x="0" y="237043"/>
                </a:moveTo>
                <a:lnTo>
                  <a:pt x="92100" y="237043"/>
                </a:lnTo>
                <a:lnTo>
                  <a:pt x="192562" y="495500"/>
                </a:lnTo>
                <a:lnTo>
                  <a:pt x="292263" y="237043"/>
                </a:lnTo>
                <a:lnTo>
                  <a:pt x="385124" y="237043"/>
                </a:lnTo>
                <a:lnTo>
                  <a:pt x="229100" y="608751"/>
                </a:lnTo>
                <a:lnTo>
                  <a:pt x="156024" y="608751"/>
                </a:lnTo>
                <a:close/>
                <a:moveTo>
                  <a:pt x="1921100" y="229451"/>
                </a:moveTo>
                <a:cubicBezTo>
                  <a:pt x="1970570" y="229451"/>
                  <a:pt x="2020040" y="253774"/>
                  <a:pt x="2039838" y="287210"/>
                </a:cubicBezTo>
                <a:lnTo>
                  <a:pt x="2039838" y="237042"/>
                </a:lnTo>
                <a:lnTo>
                  <a:pt x="2124322" y="237042"/>
                </a:lnTo>
                <a:lnTo>
                  <a:pt x="2124322" y="608764"/>
                </a:lnTo>
                <a:lnTo>
                  <a:pt x="2039838" y="608764"/>
                </a:lnTo>
                <a:lnTo>
                  <a:pt x="2039838" y="558596"/>
                </a:lnTo>
                <a:cubicBezTo>
                  <a:pt x="2020040" y="592046"/>
                  <a:pt x="1970570" y="616369"/>
                  <a:pt x="1921100" y="616369"/>
                </a:cubicBezTo>
                <a:cubicBezTo>
                  <a:pt x="1820638" y="616369"/>
                  <a:pt x="1742246" y="530471"/>
                  <a:pt x="1742246" y="422530"/>
                </a:cubicBezTo>
                <a:cubicBezTo>
                  <a:pt x="1742246" y="314589"/>
                  <a:pt x="1820638" y="229451"/>
                  <a:pt x="1921100" y="229451"/>
                </a:cubicBezTo>
                <a:close/>
                <a:moveTo>
                  <a:pt x="1312088" y="229437"/>
                </a:moveTo>
                <a:cubicBezTo>
                  <a:pt x="1401890" y="229437"/>
                  <a:pt x="1478759" y="289492"/>
                  <a:pt x="1490181" y="370067"/>
                </a:cubicBezTo>
                <a:lnTo>
                  <a:pt x="1403412" y="370067"/>
                </a:lnTo>
                <a:cubicBezTo>
                  <a:pt x="1394275" y="335857"/>
                  <a:pt x="1356214" y="310773"/>
                  <a:pt x="1312075" y="310773"/>
                </a:cubicBezTo>
                <a:cubicBezTo>
                  <a:pt x="1250421" y="310773"/>
                  <a:pt x="1203236" y="360180"/>
                  <a:pt x="1203236" y="423277"/>
                </a:cubicBezTo>
                <a:cubicBezTo>
                  <a:pt x="1203236" y="486373"/>
                  <a:pt x="1250421" y="535020"/>
                  <a:pt x="1312075" y="535020"/>
                </a:cubicBezTo>
                <a:lnTo>
                  <a:pt x="1312075" y="535007"/>
                </a:lnTo>
                <a:cubicBezTo>
                  <a:pt x="1356227" y="535007"/>
                  <a:pt x="1395036" y="509923"/>
                  <a:pt x="1404174" y="472684"/>
                </a:cubicBezTo>
                <a:lnTo>
                  <a:pt x="1490943" y="472684"/>
                </a:lnTo>
                <a:cubicBezTo>
                  <a:pt x="1481057" y="557062"/>
                  <a:pt x="1402664" y="616356"/>
                  <a:pt x="1312088" y="616356"/>
                </a:cubicBezTo>
                <a:cubicBezTo>
                  <a:pt x="1203249" y="616356"/>
                  <a:pt x="1119526" y="533499"/>
                  <a:pt x="1119526" y="423277"/>
                </a:cubicBezTo>
                <a:cubicBezTo>
                  <a:pt x="1119526" y="313055"/>
                  <a:pt x="1203249" y="229437"/>
                  <a:pt x="1312088" y="229437"/>
                </a:cubicBezTo>
                <a:close/>
                <a:moveTo>
                  <a:pt x="1537233" y="142965"/>
                </a:moveTo>
                <a:lnTo>
                  <a:pt x="1620074" y="142965"/>
                </a:lnTo>
                <a:lnTo>
                  <a:pt x="1620074" y="207382"/>
                </a:lnTo>
                <a:cubicBezTo>
                  <a:pt x="1620074" y="223673"/>
                  <a:pt x="1633340" y="236909"/>
                  <a:pt x="1649638" y="236909"/>
                </a:cubicBezTo>
                <a:lnTo>
                  <a:pt x="1718519" y="236909"/>
                </a:lnTo>
                <a:lnTo>
                  <a:pt x="1718519" y="319646"/>
                </a:lnTo>
                <a:lnTo>
                  <a:pt x="1649638" y="319646"/>
                </a:lnTo>
                <a:cubicBezTo>
                  <a:pt x="1587651" y="319646"/>
                  <a:pt x="1537233" y="269278"/>
                  <a:pt x="1537233" y="207382"/>
                </a:cubicBezTo>
                <a:close/>
                <a:moveTo>
                  <a:pt x="1024755" y="98187"/>
                </a:moveTo>
                <a:cubicBezTo>
                  <a:pt x="1054293" y="98187"/>
                  <a:pt x="1078233" y="122097"/>
                  <a:pt x="1078233" y="151597"/>
                </a:cubicBezTo>
                <a:cubicBezTo>
                  <a:pt x="1078233" y="181098"/>
                  <a:pt x="1054293" y="205007"/>
                  <a:pt x="1024755" y="205007"/>
                </a:cubicBezTo>
                <a:cubicBezTo>
                  <a:pt x="995218" y="205007"/>
                  <a:pt x="971278" y="181098"/>
                  <a:pt x="971278" y="151597"/>
                </a:cubicBezTo>
                <a:cubicBezTo>
                  <a:pt x="971278" y="122097"/>
                  <a:pt x="995218" y="98187"/>
                  <a:pt x="1024755" y="98187"/>
                </a:cubicBezTo>
                <a:close/>
                <a:moveTo>
                  <a:pt x="469955" y="98187"/>
                </a:moveTo>
                <a:cubicBezTo>
                  <a:pt x="499492" y="98187"/>
                  <a:pt x="523432" y="122097"/>
                  <a:pt x="523432" y="151597"/>
                </a:cubicBezTo>
                <a:cubicBezTo>
                  <a:pt x="523432" y="181098"/>
                  <a:pt x="499492" y="205007"/>
                  <a:pt x="469955" y="205007"/>
                </a:cubicBezTo>
                <a:cubicBezTo>
                  <a:pt x="440417" y="205007"/>
                  <a:pt x="416477" y="181098"/>
                  <a:pt x="416477" y="151597"/>
                </a:cubicBezTo>
                <a:cubicBezTo>
                  <a:pt x="416477" y="122097"/>
                  <a:pt x="440417" y="98187"/>
                  <a:pt x="469955" y="98187"/>
                </a:cubicBezTo>
                <a:close/>
                <a:moveTo>
                  <a:pt x="2287587" y="87874"/>
                </a:moveTo>
                <a:lnTo>
                  <a:pt x="2287587" y="87914"/>
                </a:lnTo>
                <a:lnTo>
                  <a:pt x="2279078" y="121417"/>
                </a:lnTo>
                <a:cubicBezTo>
                  <a:pt x="2276793" y="130423"/>
                  <a:pt x="2269659" y="137401"/>
                  <a:pt x="2260602" y="139509"/>
                </a:cubicBezTo>
                <a:cubicBezTo>
                  <a:pt x="2260602" y="139509"/>
                  <a:pt x="2224918" y="147795"/>
                  <a:pt x="2224918" y="147795"/>
                </a:cubicBezTo>
                <a:lnTo>
                  <a:pt x="2224918" y="152945"/>
                </a:lnTo>
                <a:lnTo>
                  <a:pt x="2260602" y="161231"/>
                </a:lnTo>
                <a:cubicBezTo>
                  <a:pt x="2269659" y="163339"/>
                  <a:pt x="2276793" y="170317"/>
                  <a:pt x="2279078" y="179323"/>
                </a:cubicBezTo>
                <a:cubicBezTo>
                  <a:pt x="2279078" y="179323"/>
                  <a:pt x="2287587" y="212826"/>
                  <a:pt x="2287587" y="212826"/>
                </a:cubicBezTo>
                <a:lnTo>
                  <a:pt x="2287587" y="212866"/>
                </a:lnTo>
                <a:cubicBezTo>
                  <a:pt x="2287587" y="212866"/>
                  <a:pt x="2293278" y="212866"/>
                  <a:pt x="2293278" y="212866"/>
                </a:cubicBezTo>
                <a:lnTo>
                  <a:pt x="2293278" y="212826"/>
                </a:lnTo>
                <a:lnTo>
                  <a:pt x="2301788" y="179323"/>
                </a:lnTo>
                <a:cubicBezTo>
                  <a:pt x="2304073" y="170317"/>
                  <a:pt x="2311207" y="163339"/>
                  <a:pt x="2320264" y="161231"/>
                </a:cubicBezTo>
                <a:lnTo>
                  <a:pt x="2355947" y="152945"/>
                </a:lnTo>
                <a:lnTo>
                  <a:pt x="2355947" y="147795"/>
                </a:lnTo>
                <a:lnTo>
                  <a:pt x="2320264" y="139509"/>
                </a:lnTo>
                <a:cubicBezTo>
                  <a:pt x="2311207" y="137401"/>
                  <a:pt x="2304073" y="130423"/>
                  <a:pt x="2301788" y="121417"/>
                </a:cubicBezTo>
                <a:cubicBezTo>
                  <a:pt x="2301788" y="121417"/>
                  <a:pt x="2293278" y="87914"/>
                  <a:pt x="2293278" y="87914"/>
                </a:cubicBezTo>
                <a:lnTo>
                  <a:pt x="2293278" y="87874"/>
                </a:lnTo>
                <a:cubicBezTo>
                  <a:pt x="2293278" y="87874"/>
                  <a:pt x="2287587" y="87874"/>
                  <a:pt x="2287587" y="87874"/>
                </a:cubicBezTo>
                <a:close/>
                <a:moveTo>
                  <a:pt x="2261604" y="0"/>
                </a:moveTo>
                <a:lnTo>
                  <a:pt x="2289177" y="0"/>
                </a:lnTo>
                <a:lnTo>
                  <a:pt x="2316751" y="0"/>
                </a:lnTo>
                <a:lnTo>
                  <a:pt x="2316751" y="85112"/>
                </a:lnTo>
                <a:lnTo>
                  <a:pt x="2352674" y="49234"/>
                </a:lnTo>
                <a:lnTo>
                  <a:pt x="2391670" y="88181"/>
                </a:lnTo>
                <a:cubicBezTo>
                  <a:pt x="2391670" y="88181"/>
                  <a:pt x="2355747" y="124059"/>
                  <a:pt x="2355747" y="124059"/>
                </a:cubicBezTo>
                <a:lnTo>
                  <a:pt x="2447659" y="124059"/>
                </a:lnTo>
                <a:lnTo>
                  <a:pt x="2447659" y="132664"/>
                </a:lnTo>
                <a:lnTo>
                  <a:pt x="2447659" y="151597"/>
                </a:lnTo>
                <a:lnTo>
                  <a:pt x="2447659" y="170530"/>
                </a:lnTo>
                <a:lnTo>
                  <a:pt x="2447659" y="179136"/>
                </a:lnTo>
                <a:lnTo>
                  <a:pt x="2355747" y="179136"/>
                </a:lnTo>
                <a:lnTo>
                  <a:pt x="2391670" y="215014"/>
                </a:lnTo>
                <a:lnTo>
                  <a:pt x="2352674" y="253961"/>
                </a:lnTo>
                <a:cubicBezTo>
                  <a:pt x="2352674" y="253961"/>
                  <a:pt x="2316751" y="218083"/>
                  <a:pt x="2316751" y="218083"/>
                </a:cubicBezTo>
                <a:lnTo>
                  <a:pt x="2316751" y="303195"/>
                </a:lnTo>
                <a:cubicBezTo>
                  <a:pt x="2316751" y="303195"/>
                  <a:pt x="2261604" y="303195"/>
                  <a:pt x="2261604" y="303195"/>
                </a:cubicBezTo>
                <a:lnTo>
                  <a:pt x="2261604" y="218083"/>
                </a:lnTo>
                <a:lnTo>
                  <a:pt x="2225680" y="253961"/>
                </a:lnTo>
                <a:lnTo>
                  <a:pt x="2186684" y="215014"/>
                </a:lnTo>
                <a:cubicBezTo>
                  <a:pt x="2186684" y="215014"/>
                  <a:pt x="2222608" y="179136"/>
                  <a:pt x="2222608" y="179136"/>
                </a:cubicBezTo>
                <a:lnTo>
                  <a:pt x="2130695" y="179136"/>
                </a:lnTo>
                <a:cubicBezTo>
                  <a:pt x="2130695" y="179136"/>
                  <a:pt x="2130695" y="124059"/>
                  <a:pt x="2130695" y="124059"/>
                </a:cubicBezTo>
                <a:lnTo>
                  <a:pt x="2222608" y="124059"/>
                </a:lnTo>
                <a:lnTo>
                  <a:pt x="2186684" y="88181"/>
                </a:lnTo>
                <a:lnTo>
                  <a:pt x="2225680" y="49234"/>
                </a:lnTo>
                <a:cubicBezTo>
                  <a:pt x="2225680" y="49234"/>
                  <a:pt x="2261604" y="85112"/>
                  <a:pt x="2261604" y="8511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noFill/>
                <a:latin typeface="+mn-lt"/>
              </a:defRPr>
            </a:lvl1pPr>
            <a:lvl2pPr marL="0" indent="0">
              <a:buFontTx/>
              <a:buNone/>
              <a:defRPr sz="100">
                <a:noFill/>
                <a:latin typeface="+mn-lt"/>
              </a:defRPr>
            </a:lvl2pPr>
            <a:lvl3pPr marL="0" indent="0">
              <a:buFontTx/>
              <a:buNone/>
              <a:defRPr sz="100">
                <a:noFill/>
                <a:latin typeface="+mn-lt"/>
              </a:defRPr>
            </a:lvl3pPr>
            <a:lvl4pPr marL="0" indent="0">
              <a:buFontTx/>
              <a:buNone/>
              <a:defRPr sz="100">
                <a:noFill/>
                <a:latin typeface="+mn-lt"/>
              </a:defRPr>
            </a:lvl4pPr>
            <a:lvl5pPr marL="0" indent="0">
              <a:buFontTx/>
              <a:buNone/>
              <a:defRPr sz="100">
                <a:noFill/>
                <a:latin typeface="+mn-lt"/>
              </a:defRPr>
            </a:lvl5pPr>
            <a:lvl6pPr marL="0" indent="0">
              <a:buFontTx/>
              <a:buNone/>
              <a:defRPr sz="100">
                <a:noFill/>
                <a:latin typeface="+mn-lt"/>
              </a:defRPr>
            </a:lvl6pPr>
            <a:lvl7pPr marL="0" indent="0">
              <a:buFontTx/>
              <a:buNone/>
              <a:defRPr sz="100">
                <a:noFill/>
                <a:latin typeface="+mn-lt"/>
              </a:defRPr>
            </a:lvl7pPr>
            <a:lvl8pPr marL="0" indent="0">
              <a:buFontTx/>
              <a:buNone/>
              <a:defRPr sz="100">
                <a:noFill/>
                <a:latin typeface="+mn-lt"/>
              </a:defRPr>
            </a:lvl8pPr>
            <a:lvl9pPr marL="0" indent="0">
              <a:buFontTx/>
              <a:buNone/>
              <a:defRPr sz="1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001F09F-7A7A-1CDB-CB17-2CC7F5BDF54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9659" y="4350326"/>
            <a:ext cx="4104000" cy="27564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9659" y="663606"/>
            <a:ext cx="4179190" cy="1922228"/>
          </a:xfrm>
        </p:spPr>
        <p:txBody>
          <a:bodyPr anchor="b" anchorCtr="0"/>
          <a:lstStyle>
            <a:lvl1pPr algn="l">
              <a:lnSpc>
                <a:spcPct val="91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9659" y="2795318"/>
            <a:ext cx="4179189" cy="1224000"/>
          </a:xfrm>
        </p:spPr>
        <p:txBody>
          <a:bodyPr/>
          <a:lstStyle>
            <a:lvl1pPr mar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cap="none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6624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1" name="Date Placeholder 20" hidden="1">
            <a:extLst>
              <a:ext uri="{FF2B5EF4-FFF2-40B4-BE49-F238E27FC236}">
                <a16:creationId xmlns:a16="http://schemas.microsoft.com/office/drawing/2014/main" id="{6A203110-CBEE-1B00-0A0C-70D3A07A00B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5144400"/>
            <a:ext cx="0" cy="0"/>
          </a:xfrm>
        </p:spPr>
        <p:txBody>
          <a:bodyPr anchor="t" anchorCtr="0"/>
          <a:lstStyle>
            <a:lvl1pPr algn="l">
              <a:defRPr sz="100">
                <a:noFill/>
              </a:defRPr>
            </a:lvl1pPr>
          </a:lstStyle>
          <a:p>
            <a:fld id="{CA27F12E-9793-4A1A-A5B4-B019B85E91DD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8" name="Graphic 18">
            <a:extLst>
              <a:ext uri="{FF2B5EF4-FFF2-40B4-BE49-F238E27FC236}">
                <a16:creationId xmlns:a16="http://schemas.microsoft.com/office/drawing/2014/main" id="{E66A7C5B-1899-866D-29A6-E9D4A0C3F508}"/>
              </a:ext>
            </a:extLst>
          </p:cNvPr>
          <p:cNvSpPr/>
          <p:nvPr/>
        </p:nvSpPr>
        <p:spPr>
          <a:xfrm>
            <a:off x="5591166" y="257175"/>
            <a:ext cx="3294610" cy="2095500"/>
          </a:xfrm>
          <a:custGeom>
            <a:avLst/>
            <a:gdLst>
              <a:gd name="connsiteX0" fmla="*/ 3294611 w 3294610"/>
              <a:gd name="connsiteY0" fmla="*/ 161925 h 2095500"/>
              <a:gd name="connsiteX1" fmla="*/ 3294611 w 3294610"/>
              <a:gd name="connsiteY1" fmla="*/ 2095500 h 2095500"/>
              <a:gd name="connsiteX2" fmla="*/ 142978 w 3294610"/>
              <a:gd name="connsiteY2" fmla="*/ 2095500 h 2095500"/>
              <a:gd name="connsiteX3" fmla="*/ 3723 w 3294610"/>
              <a:gd name="connsiteY3" fmla="*/ 1920526 h 2095500"/>
              <a:gd name="connsiteX4" fmla="*/ 414727 w 3294610"/>
              <a:gd name="connsiteY4" fmla="*/ 140303 h 2095500"/>
              <a:gd name="connsiteX5" fmla="*/ 591034 w 3294610"/>
              <a:gd name="connsiteY5" fmla="*/ 0 h 2095500"/>
              <a:gd name="connsiteX6" fmla="*/ 3132686 w 3294610"/>
              <a:gd name="connsiteY6" fmla="*/ 0 h 2095500"/>
              <a:gd name="connsiteX7" fmla="*/ 3294611 w 3294610"/>
              <a:gd name="connsiteY7" fmla="*/ 161925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4610" h="2095500">
                <a:moveTo>
                  <a:pt x="3294611" y="161925"/>
                </a:moveTo>
                <a:lnTo>
                  <a:pt x="3294611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1" y="58198"/>
                  <a:pt x="506833" y="0"/>
                  <a:pt x="591034" y="0"/>
                </a:cubicBezTo>
                <a:lnTo>
                  <a:pt x="3132686" y="0"/>
                </a:lnTo>
                <a:cubicBezTo>
                  <a:pt x="3222125" y="0"/>
                  <a:pt x="3294611" y="72485"/>
                  <a:pt x="3294611" y="161925"/>
                </a:cubicBezTo>
                <a:close/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7410F0B-1750-ED15-19F9-79B9534042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9166" y="3896946"/>
            <a:ext cx="2447659" cy="616369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AF7E625-AAE8-4BBF-C3D4-D42A736478F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5588" y="257175"/>
            <a:ext cx="5488313" cy="4629150"/>
          </a:xfrm>
          <a:custGeom>
            <a:avLst/>
            <a:gdLst>
              <a:gd name="connsiteX0" fmla="*/ 0 w 5488313"/>
              <a:gd name="connsiteY0" fmla="*/ 0 h 4629150"/>
              <a:gd name="connsiteX1" fmla="*/ 5345335 w 5488313"/>
              <a:gd name="connsiteY1" fmla="*/ 0 h 4629150"/>
              <a:gd name="connsiteX2" fmla="*/ 5484590 w 5488313"/>
              <a:gd name="connsiteY2" fmla="*/ 174974 h 4629150"/>
              <a:gd name="connsiteX3" fmla="*/ 4488656 w 5488313"/>
              <a:gd name="connsiteY3" fmla="*/ 4488847 h 4629150"/>
              <a:gd name="connsiteX4" fmla="*/ 4312349 w 5488313"/>
              <a:gd name="connsiteY4" fmla="*/ 4629150 h 4629150"/>
              <a:gd name="connsiteX5" fmla="*/ 4312254 w 5488313"/>
              <a:gd name="connsiteY5" fmla="*/ 4629150 h 4629150"/>
              <a:gd name="connsiteX6" fmla="*/ 161925 w 5488313"/>
              <a:gd name="connsiteY6" fmla="*/ 4629150 h 4629150"/>
              <a:gd name="connsiteX7" fmla="*/ 0 w 5488313"/>
              <a:gd name="connsiteY7" fmla="*/ 4467225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0" y="0"/>
                </a:move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lnTo>
                  <a:pt x="4312254" y="4629150"/>
                </a:ln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9659" y="590400"/>
            <a:ext cx="4179190" cy="1998000"/>
          </a:xfrm>
        </p:spPr>
        <p:txBody>
          <a:bodyPr anchor="b" anchorCtr="0"/>
          <a:lstStyle>
            <a:lvl1pPr algn="l">
              <a:lnSpc>
                <a:spcPct val="91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9659" y="2795318"/>
            <a:ext cx="4179189" cy="1224000"/>
          </a:xfrm>
        </p:spPr>
        <p:txBody>
          <a:bodyPr/>
          <a:lstStyle>
            <a:lvl1pPr mar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cap="none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97F849E-96A7-0241-7DEA-28444ACA00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9659" y="4350326"/>
            <a:ext cx="4104000" cy="27564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date and/or presenters name</a:t>
            </a:r>
          </a:p>
        </p:txBody>
      </p:sp>
    </p:spTree>
    <p:extLst>
      <p:ext uri="{BB962C8B-B14F-4D97-AF65-F5344CB8AC3E}">
        <p14:creationId xmlns:p14="http://schemas.microsoft.com/office/powerpoint/2010/main" val="2405932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4">
            <a:extLst>
              <a:ext uri="{FF2B5EF4-FFF2-40B4-BE49-F238E27FC236}">
                <a16:creationId xmlns:a16="http://schemas.microsoft.com/office/drawing/2014/main" id="{3E17CB41-45F5-7F58-92DB-9B6893D9E148}"/>
              </a:ext>
            </a:extLst>
          </p:cNvPr>
          <p:cNvSpPr/>
          <p:nvPr/>
        </p:nvSpPr>
        <p:spPr>
          <a:xfrm>
            <a:off x="255588" y="257175"/>
            <a:ext cx="5488313" cy="4629150"/>
          </a:xfrm>
          <a:custGeom>
            <a:avLst/>
            <a:gdLst>
              <a:gd name="connsiteX0" fmla="*/ 4312254 w 5488313"/>
              <a:gd name="connsiteY0" fmla="*/ 4629150 h 4629150"/>
              <a:gd name="connsiteX1" fmla="*/ 161925 w 5488313"/>
              <a:gd name="connsiteY1" fmla="*/ 4629150 h 4629150"/>
              <a:gd name="connsiteX2" fmla="*/ 0 w 5488313"/>
              <a:gd name="connsiteY2" fmla="*/ 4467225 h 4629150"/>
              <a:gd name="connsiteX3" fmla="*/ 0 w 5488313"/>
              <a:gd name="connsiteY3" fmla="*/ 0 h 4629150"/>
              <a:gd name="connsiteX4" fmla="*/ 5345335 w 5488313"/>
              <a:gd name="connsiteY4" fmla="*/ 0 h 4629150"/>
              <a:gd name="connsiteX5" fmla="*/ 5484590 w 5488313"/>
              <a:gd name="connsiteY5" fmla="*/ 174974 h 4629150"/>
              <a:gd name="connsiteX6" fmla="*/ 4488656 w 5488313"/>
              <a:gd name="connsiteY6" fmla="*/ 4488847 h 4629150"/>
              <a:gd name="connsiteX7" fmla="*/ 4312349 w 5488313"/>
              <a:gd name="connsiteY7" fmla="*/ 4629150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4312254" y="4629150"/>
                </a:move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1" name="Date Placeholder 20" hidden="1">
            <a:extLst>
              <a:ext uri="{FF2B5EF4-FFF2-40B4-BE49-F238E27FC236}">
                <a16:creationId xmlns:a16="http://schemas.microsoft.com/office/drawing/2014/main" id="{6A203110-CBEE-1B00-0A0C-70D3A07A00B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5144400"/>
            <a:ext cx="0" cy="0"/>
          </a:xfrm>
        </p:spPr>
        <p:txBody>
          <a:bodyPr anchor="t" anchorCtr="0"/>
          <a:lstStyle>
            <a:lvl1pPr algn="l">
              <a:defRPr sz="100">
                <a:noFill/>
              </a:defRPr>
            </a:lvl1pPr>
          </a:lstStyle>
          <a:p>
            <a:fld id="{8969C30A-B91C-416A-821B-FF00CDAEB089}" type="datetime4">
              <a:rPr lang="en-GB" smtClean="0"/>
              <a:t>20 May 2026</a:t>
            </a:fld>
            <a:endParaRPr lang="en-GB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7410F0B-1750-ED15-19F9-79B9534042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9166" y="3896946"/>
            <a:ext cx="2447659" cy="616369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89F35A-523C-49E2-D581-44588E7C41B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91166" y="257175"/>
            <a:ext cx="3294610" cy="2095500"/>
          </a:xfrm>
          <a:custGeom>
            <a:avLst/>
            <a:gdLst>
              <a:gd name="connsiteX0" fmla="*/ 591034 w 3294610"/>
              <a:gd name="connsiteY0" fmla="*/ 0 h 2095500"/>
              <a:gd name="connsiteX1" fmla="*/ 3132686 w 3294610"/>
              <a:gd name="connsiteY1" fmla="*/ 0 h 2095500"/>
              <a:gd name="connsiteX2" fmla="*/ 3281888 w 3294610"/>
              <a:gd name="connsiteY2" fmla="*/ 98892 h 2095500"/>
              <a:gd name="connsiteX3" fmla="*/ 3294610 w 3294610"/>
              <a:gd name="connsiteY3" fmla="*/ 161920 h 2095500"/>
              <a:gd name="connsiteX4" fmla="*/ 3294610 w 3294610"/>
              <a:gd name="connsiteY4" fmla="*/ 2095500 h 2095500"/>
              <a:gd name="connsiteX5" fmla="*/ 142978 w 3294610"/>
              <a:gd name="connsiteY5" fmla="*/ 2095500 h 2095500"/>
              <a:gd name="connsiteX6" fmla="*/ 3723 w 3294610"/>
              <a:gd name="connsiteY6" fmla="*/ 1920526 h 2095500"/>
              <a:gd name="connsiteX7" fmla="*/ 414727 w 3294610"/>
              <a:gd name="connsiteY7" fmla="*/ 140303 h 2095500"/>
              <a:gd name="connsiteX8" fmla="*/ 591034 w 3294610"/>
              <a:gd name="connsiteY8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94610" h="2095500">
                <a:moveTo>
                  <a:pt x="591034" y="0"/>
                </a:moveTo>
                <a:lnTo>
                  <a:pt x="3132686" y="0"/>
                </a:lnTo>
                <a:cubicBezTo>
                  <a:pt x="3199765" y="0"/>
                  <a:pt x="3257308" y="40773"/>
                  <a:pt x="3281888" y="98892"/>
                </a:cubicBezTo>
                <a:lnTo>
                  <a:pt x="3294610" y="161920"/>
                </a:lnTo>
                <a:lnTo>
                  <a:pt x="3294610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1" y="58198"/>
                  <a:pt x="506833" y="0"/>
                  <a:pt x="5910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43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89659" y="590400"/>
            <a:ext cx="4179190" cy="1998000"/>
          </a:xfrm>
        </p:spPr>
        <p:txBody>
          <a:bodyPr anchor="b" anchorCtr="0"/>
          <a:lstStyle>
            <a:lvl1pPr algn="l">
              <a:lnSpc>
                <a:spcPct val="91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9659" y="2795318"/>
            <a:ext cx="4179189" cy="1224000"/>
          </a:xfrm>
        </p:spPr>
        <p:txBody>
          <a:bodyPr/>
          <a:lstStyle>
            <a:lvl1pPr mar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cap="none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91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B5991C8-668A-057A-4A62-2C0C695EA2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9659" y="4350326"/>
            <a:ext cx="4104000" cy="27564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30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date and/or presenters name</a:t>
            </a:r>
          </a:p>
        </p:txBody>
      </p:sp>
    </p:spTree>
    <p:extLst>
      <p:ext uri="{BB962C8B-B14F-4D97-AF65-F5344CB8AC3E}">
        <p14:creationId xmlns:p14="http://schemas.microsoft.com/office/powerpoint/2010/main" val="2895168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raphic 18">
            <a:extLst>
              <a:ext uri="{FF2B5EF4-FFF2-40B4-BE49-F238E27FC236}">
                <a16:creationId xmlns:a16="http://schemas.microsoft.com/office/drawing/2014/main" id="{AE156CD0-E83A-893A-66B2-877C7D85E887}"/>
              </a:ext>
            </a:extLst>
          </p:cNvPr>
          <p:cNvSpPr/>
          <p:nvPr/>
        </p:nvSpPr>
        <p:spPr>
          <a:xfrm>
            <a:off x="3441760" y="255600"/>
            <a:ext cx="5440878" cy="4248150"/>
          </a:xfrm>
          <a:custGeom>
            <a:avLst/>
            <a:gdLst>
              <a:gd name="connsiteX0" fmla="*/ 1088049 w 5440878"/>
              <a:gd name="connsiteY0" fmla="*/ 0 h 4248150"/>
              <a:gd name="connsiteX1" fmla="*/ 5278954 w 5440878"/>
              <a:gd name="connsiteY1" fmla="*/ 0 h 4248150"/>
              <a:gd name="connsiteX2" fmla="*/ 5440879 w 5440878"/>
              <a:gd name="connsiteY2" fmla="*/ 161925 h 4248150"/>
              <a:gd name="connsiteX3" fmla="*/ 5440879 w 5440878"/>
              <a:gd name="connsiteY3" fmla="*/ 4248150 h 4248150"/>
              <a:gd name="connsiteX4" fmla="*/ 142978 w 5440878"/>
              <a:gd name="connsiteY4" fmla="*/ 4248150 h 4248150"/>
              <a:gd name="connsiteX5" fmla="*/ 3723 w 5440878"/>
              <a:gd name="connsiteY5" fmla="*/ 4073176 h 4248150"/>
              <a:gd name="connsiteX6" fmla="*/ 911741 w 5440878"/>
              <a:gd name="connsiteY6" fmla="*/ 140303 h 4248150"/>
              <a:gd name="connsiteX7" fmla="*/ 1088049 w 5440878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0878" h="4248150">
                <a:moveTo>
                  <a:pt x="1088049" y="0"/>
                </a:moveTo>
                <a:lnTo>
                  <a:pt x="5278954" y="0"/>
                </a:lnTo>
                <a:cubicBezTo>
                  <a:pt x="5368394" y="0"/>
                  <a:pt x="5440879" y="72485"/>
                  <a:pt x="5440879" y="161925"/>
                </a:cubicBezTo>
                <a:lnTo>
                  <a:pt x="5440879" y="4248150"/>
                </a:lnTo>
                <a:lnTo>
                  <a:pt x="142978" y="4248150"/>
                </a:lnTo>
                <a:cubicBezTo>
                  <a:pt x="51062" y="4248150"/>
                  <a:pt x="-16946" y="4162711"/>
                  <a:pt x="3723" y="4073176"/>
                </a:cubicBezTo>
                <a:lnTo>
                  <a:pt x="911741" y="140303"/>
                </a:lnTo>
                <a:cubicBezTo>
                  <a:pt x="930696" y="58198"/>
                  <a:pt x="1003848" y="0"/>
                  <a:pt x="1088049" y="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0D4C2147-B37A-A6D7-9BCD-C4E67080FEAF}"/>
              </a:ext>
            </a:extLst>
          </p:cNvPr>
          <p:cNvSpPr/>
          <p:nvPr/>
        </p:nvSpPr>
        <p:spPr>
          <a:xfrm>
            <a:off x="255600" y="255600"/>
            <a:ext cx="3844869" cy="4248150"/>
          </a:xfrm>
          <a:custGeom>
            <a:avLst/>
            <a:gdLst>
              <a:gd name="connsiteX0" fmla="*/ 2756726 w 3844869"/>
              <a:gd name="connsiteY0" fmla="*/ 4248150 h 4248150"/>
              <a:gd name="connsiteX1" fmla="*/ 161925 w 3844869"/>
              <a:gd name="connsiteY1" fmla="*/ 4248150 h 4248150"/>
              <a:gd name="connsiteX2" fmla="*/ 0 w 3844869"/>
              <a:gd name="connsiteY2" fmla="*/ 4086225 h 4248150"/>
              <a:gd name="connsiteX3" fmla="*/ 0 w 3844869"/>
              <a:gd name="connsiteY3" fmla="*/ 0 h 4248150"/>
              <a:gd name="connsiteX4" fmla="*/ 3701891 w 3844869"/>
              <a:gd name="connsiteY4" fmla="*/ 0 h 4248150"/>
              <a:gd name="connsiteX5" fmla="*/ 3841147 w 3844869"/>
              <a:gd name="connsiteY5" fmla="*/ 174974 h 4248150"/>
              <a:gd name="connsiteX6" fmla="*/ 2933129 w 3844869"/>
              <a:gd name="connsiteY6" fmla="*/ 4107847 h 4248150"/>
              <a:gd name="connsiteX7" fmla="*/ 2756821 w 3844869"/>
              <a:gd name="connsiteY7" fmla="*/ 424815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2756726" y="4248150"/>
                </a:move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ubicBezTo>
                  <a:pt x="0" y="0"/>
                  <a:pt x="3701891" y="0"/>
                  <a:pt x="3701891" y="0"/>
                </a:cubicBezTo>
                <a:cubicBezTo>
                  <a:pt x="3793808" y="0"/>
                  <a:pt x="3861816" y="85439"/>
                  <a:pt x="3841147" y="174974"/>
                </a:cubicBezTo>
                <a:lnTo>
                  <a:pt x="2933129" y="4107847"/>
                </a:lnTo>
                <a:cubicBezTo>
                  <a:pt x="2914174" y="4189953"/>
                  <a:pt x="2841022" y="4248150"/>
                  <a:pt x="2756821" y="4248150"/>
                </a:cubicBezTo>
                <a:close/>
              </a:path>
            </a:pathLst>
          </a:custGeom>
          <a:solidFill>
            <a:srgbClr val="F2B1D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00" y="590400"/>
            <a:ext cx="2881849" cy="3564214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4939928" y="590400"/>
            <a:ext cx="3613672" cy="3564214"/>
          </a:xfrm>
        </p:spPr>
        <p:txBody>
          <a:bodyPr anchor="ctr" anchorCtr="0"/>
          <a:lstStyle>
            <a:lvl1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cap="none" baseline="0">
                <a:solidFill>
                  <a:schemeClr val="bg1"/>
                </a:solidFill>
                <a:latin typeface="+mj-lt"/>
              </a:defRPr>
            </a:lvl1pPr>
            <a:lvl2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2pPr>
            <a:lvl3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3pPr>
            <a:lvl4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4pPr>
            <a:lvl5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5pPr>
            <a:lvl6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6pPr>
            <a:lvl7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7pPr>
            <a:lvl8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8pPr>
            <a:lvl9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Click to add topic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955A22A-BBC0-DC8E-6EB3-7BA4ADCCD0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FBC3A4-9769-4002-BFEE-BD33CBC636EB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1E4F27F-051E-4DC7-C3B4-D97DEE0F74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38C14FC-3261-994E-3BA7-650230F75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pos="5388" userDrawn="1">
          <p15:clr>
            <a:srgbClr val="A4A3A4"/>
          </p15:clr>
        </p15:guide>
        <p15:guide id="3" orient="horz" pos="371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c 3">
            <a:extLst>
              <a:ext uri="{FF2B5EF4-FFF2-40B4-BE49-F238E27FC236}">
                <a16:creationId xmlns:a16="http://schemas.microsoft.com/office/drawing/2014/main" id="{0D4C2147-B37A-A6D7-9BCD-C4E67080FEAF}"/>
              </a:ext>
            </a:extLst>
          </p:cNvPr>
          <p:cNvSpPr/>
          <p:nvPr/>
        </p:nvSpPr>
        <p:spPr>
          <a:xfrm>
            <a:off x="255600" y="255600"/>
            <a:ext cx="3844869" cy="4248150"/>
          </a:xfrm>
          <a:custGeom>
            <a:avLst/>
            <a:gdLst>
              <a:gd name="connsiteX0" fmla="*/ 2756726 w 3844869"/>
              <a:gd name="connsiteY0" fmla="*/ 4248150 h 4248150"/>
              <a:gd name="connsiteX1" fmla="*/ 161925 w 3844869"/>
              <a:gd name="connsiteY1" fmla="*/ 4248150 h 4248150"/>
              <a:gd name="connsiteX2" fmla="*/ 0 w 3844869"/>
              <a:gd name="connsiteY2" fmla="*/ 4086225 h 4248150"/>
              <a:gd name="connsiteX3" fmla="*/ 0 w 3844869"/>
              <a:gd name="connsiteY3" fmla="*/ 0 h 4248150"/>
              <a:gd name="connsiteX4" fmla="*/ 3701891 w 3844869"/>
              <a:gd name="connsiteY4" fmla="*/ 0 h 4248150"/>
              <a:gd name="connsiteX5" fmla="*/ 3841147 w 3844869"/>
              <a:gd name="connsiteY5" fmla="*/ 174974 h 4248150"/>
              <a:gd name="connsiteX6" fmla="*/ 2933129 w 3844869"/>
              <a:gd name="connsiteY6" fmla="*/ 4107847 h 4248150"/>
              <a:gd name="connsiteX7" fmla="*/ 2756821 w 3844869"/>
              <a:gd name="connsiteY7" fmla="*/ 424815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2756726" y="4248150"/>
                </a:move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ubicBezTo>
                  <a:pt x="0" y="0"/>
                  <a:pt x="3701891" y="0"/>
                  <a:pt x="3701891" y="0"/>
                </a:cubicBezTo>
                <a:cubicBezTo>
                  <a:pt x="3793808" y="0"/>
                  <a:pt x="3861816" y="85439"/>
                  <a:pt x="3841147" y="174974"/>
                </a:cubicBezTo>
                <a:lnTo>
                  <a:pt x="2933129" y="4107847"/>
                </a:lnTo>
                <a:cubicBezTo>
                  <a:pt x="2914174" y="4189953"/>
                  <a:pt x="2841022" y="4248150"/>
                  <a:pt x="2756821" y="424815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00" y="590400"/>
            <a:ext cx="2881849" cy="3564214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939928" y="590400"/>
            <a:ext cx="3613672" cy="3564214"/>
          </a:xfrm>
        </p:spPr>
        <p:txBody>
          <a:bodyPr anchor="ctr" anchorCtr="0"/>
          <a:lstStyle>
            <a:lvl1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cap="none" baseline="0">
                <a:solidFill>
                  <a:schemeClr val="accent1"/>
                </a:solidFill>
                <a:latin typeface="+mn-lt"/>
              </a:defRPr>
            </a:lvl1pPr>
            <a:lvl2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2pPr>
            <a:lvl3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3pPr>
            <a:lvl4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4pPr>
            <a:lvl5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5pPr>
            <a:lvl6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6pPr>
            <a:lvl7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7pPr>
            <a:lvl8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8pPr>
            <a:lvl9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Font typeface="+mj-lt"/>
              <a:buAutoNum type="arabicPeriod"/>
              <a:defRPr sz="1600" b="0" cap="none" baseline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Click to add topic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A15212-1B1E-AAF0-B311-D41508691F1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60B71C-2540-4AA4-B9C4-71D404B81A9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B53CB-90F2-7684-0C13-410FDA402A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D3817-7271-07FE-97FD-6D2AE6A846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865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pos="5388" userDrawn="1">
          <p15:clr>
            <a:srgbClr val="A4A3A4"/>
          </p15:clr>
        </p15:guide>
        <p15:guide id="3" orient="horz" pos="371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E4A17CDC-060F-73ED-10E7-F10CD8199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9144900" cy="5146200"/>
          </a:xfrm>
          <a:solidFill>
            <a:schemeClr val="bg1">
              <a:lumMod val="85000"/>
            </a:schemeClr>
          </a:solidFill>
        </p:spPr>
        <p:txBody>
          <a:bodyPr lIns="36000" tIns="36000" rIns="36000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E293B-8211-A19D-86CD-6FE7CD25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ED0174-8E9C-4B57-BBA7-ADD1F324CD76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77CF3-D481-6063-7A94-88FF7B7F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99BA0-72F5-CCC7-83AD-EEBC2DB5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D8ED6A36-DEDE-CE7A-FC62-942FD60B3FF2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255601" y="4773600"/>
            <a:ext cx="513792" cy="129383"/>
          </a:xfrm>
          <a:custGeom>
            <a:avLst/>
            <a:gdLst>
              <a:gd name="connsiteX0" fmla="*/ 1537233 w 2447659"/>
              <a:gd name="connsiteY0" fmla="*/ 337525 h 616369"/>
              <a:gd name="connsiteX1" fmla="*/ 1620074 w 2447659"/>
              <a:gd name="connsiteY1" fmla="*/ 337525 h 616369"/>
              <a:gd name="connsiteX2" fmla="*/ 1620074 w 2447659"/>
              <a:gd name="connsiteY2" fmla="*/ 496567 h 616369"/>
              <a:gd name="connsiteX3" fmla="*/ 1649638 w 2447659"/>
              <a:gd name="connsiteY3" fmla="*/ 526094 h 616369"/>
              <a:gd name="connsiteX4" fmla="*/ 1718519 w 2447659"/>
              <a:gd name="connsiteY4" fmla="*/ 526094 h 616369"/>
              <a:gd name="connsiteX5" fmla="*/ 1718519 w 2447659"/>
              <a:gd name="connsiteY5" fmla="*/ 608831 h 616369"/>
              <a:gd name="connsiteX6" fmla="*/ 1649638 w 2447659"/>
              <a:gd name="connsiteY6" fmla="*/ 608831 h 616369"/>
              <a:gd name="connsiteX7" fmla="*/ 1537233 w 2447659"/>
              <a:gd name="connsiteY7" fmla="*/ 496567 h 616369"/>
              <a:gd name="connsiteX8" fmla="*/ 1938615 w 2447659"/>
              <a:gd name="connsiteY8" fmla="*/ 310013 h 616369"/>
              <a:gd name="connsiteX9" fmla="*/ 1825969 w 2447659"/>
              <a:gd name="connsiteY9" fmla="*/ 422516 h 616369"/>
              <a:gd name="connsiteX10" fmla="*/ 1938615 w 2447659"/>
              <a:gd name="connsiteY10" fmla="*/ 535781 h 616369"/>
              <a:gd name="connsiteX11" fmla="*/ 2039838 w 2447659"/>
              <a:gd name="connsiteY11" fmla="*/ 480289 h 616369"/>
              <a:gd name="connsiteX12" fmla="*/ 2039838 w 2447659"/>
              <a:gd name="connsiteY12" fmla="*/ 366265 h 616369"/>
              <a:gd name="connsiteX13" fmla="*/ 1938615 w 2447659"/>
              <a:gd name="connsiteY13" fmla="*/ 310013 h 616369"/>
              <a:gd name="connsiteX14" fmla="*/ 982513 w 2447659"/>
              <a:gd name="connsiteY14" fmla="*/ 237043 h 616369"/>
              <a:gd name="connsiteX15" fmla="*/ 1066997 w 2447659"/>
              <a:gd name="connsiteY15" fmla="*/ 237043 h 616369"/>
              <a:gd name="connsiteX16" fmla="*/ 1066997 w 2447659"/>
              <a:gd name="connsiteY16" fmla="*/ 608764 h 616369"/>
              <a:gd name="connsiteX17" fmla="*/ 982513 w 2447659"/>
              <a:gd name="connsiteY17" fmla="*/ 608764 h 616369"/>
              <a:gd name="connsiteX18" fmla="*/ 554800 w 2447659"/>
              <a:gd name="connsiteY18" fmla="*/ 237043 h 616369"/>
              <a:gd name="connsiteX19" fmla="*/ 646886 w 2447659"/>
              <a:gd name="connsiteY19" fmla="*/ 237043 h 616369"/>
              <a:gd name="connsiteX20" fmla="*/ 747362 w 2447659"/>
              <a:gd name="connsiteY20" fmla="*/ 495500 h 616369"/>
              <a:gd name="connsiteX21" fmla="*/ 847063 w 2447659"/>
              <a:gd name="connsiteY21" fmla="*/ 237043 h 616369"/>
              <a:gd name="connsiteX22" fmla="*/ 939924 w 2447659"/>
              <a:gd name="connsiteY22" fmla="*/ 237043 h 616369"/>
              <a:gd name="connsiteX23" fmla="*/ 783900 w 2447659"/>
              <a:gd name="connsiteY23" fmla="*/ 608751 h 616369"/>
              <a:gd name="connsiteX24" fmla="*/ 710824 w 2447659"/>
              <a:gd name="connsiteY24" fmla="*/ 608751 h 616369"/>
              <a:gd name="connsiteX25" fmla="*/ 427713 w 2447659"/>
              <a:gd name="connsiteY25" fmla="*/ 237043 h 616369"/>
              <a:gd name="connsiteX26" fmla="*/ 512197 w 2447659"/>
              <a:gd name="connsiteY26" fmla="*/ 237043 h 616369"/>
              <a:gd name="connsiteX27" fmla="*/ 512197 w 2447659"/>
              <a:gd name="connsiteY27" fmla="*/ 608764 h 616369"/>
              <a:gd name="connsiteX28" fmla="*/ 427713 w 2447659"/>
              <a:gd name="connsiteY28" fmla="*/ 608764 h 616369"/>
              <a:gd name="connsiteX29" fmla="*/ 0 w 2447659"/>
              <a:gd name="connsiteY29" fmla="*/ 237043 h 616369"/>
              <a:gd name="connsiteX30" fmla="*/ 92100 w 2447659"/>
              <a:gd name="connsiteY30" fmla="*/ 237043 h 616369"/>
              <a:gd name="connsiteX31" fmla="*/ 192562 w 2447659"/>
              <a:gd name="connsiteY31" fmla="*/ 495500 h 616369"/>
              <a:gd name="connsiteX32" fmla="*/ 292263 w 2447659"/>
              <a:gd name="connsiteY32" fmla="*/ 237043 h 616369"/>
              <a:gd name="connsiteX33" fmla="*/ 385124 w 2447659"/>
              <a:gd name="connsiteY33" fmla="*/ 237043 h 616369"/>
              <a:gd name="connsiteX34" fmla="*/ 229100 w 2447659"/>
              <a:gd name="connsiteY34" fmla="*/ 608751 h 616369"/>
              <a:gd name="connsiteX35" fmla="*/ 156024 w 2447659"/>
              <a:gd name="connsiteY35" fmla="*/ 608751 h 616369"/>
              <a:gd name="connsiteX36" fmla="*/ 1921100 w 2447659"/>
              <a:gd name="connsiteY36" fmla="*/ 229451 h 616369"/>
              <a:gd name="connsiteX37" fmla="*/ 2039838 w 2447659"/>
              <a:gd name="connsiteY37" fmla="*/ 287210 h 616369"/>
              <a:gd name="connsiteX38" fmla="*/ 2039838 w 2447659"/>
              <a:gd name="connsiteY38" fmla="*/ 237042 h 616369"/>
              <a:gd name="connsiteX39" fmla="*/ 2124322 w 2447659"/>
              <a:gd name="connsiteY39" fmla="*/ 237042 h 616369"/>
              <a:gd name="connsiteX40" fmla="*/ 2124322 w 2447659"/>
              <a:gd name="connsiteY40" fmla="*/ 608764 h 616369"/>
              <a:gd name="connsiteX41" fmla="*/ 2039838 w 2447659"/>
              <a:gd name="connsiteY41" fmla="*/ 608764 h 616369"/>
              <a:gd name="connsiteX42" fmla="*/ 2039838 w 2447659"/>
              <a:gd name="connsiteY42" fmla="*/ 558596 h 616369"/>
              <a:gd name="connsiteX43" fmla="*/ 1921100 w 2447659"/>
              <a:gd name="connsiteY43" fmla="*/ 616369 h 616369"/>
              <a:gd name="connsiteX44" fmla="*/ 1742246 w 2447659"/>
              <a:gd name="connsiteY44" fmla="*/ 422530 h 616369"/>
              <a:gd name="connsiteX45" fmla="*/ 1921100 w 2447659"/>
              <a:gd name="connsiteY45" fmla="*/ 229451 h 616369"/>
              <a:gd name="connsiteX46" fmla="*/ 1312088 w 2447659"/>
              <a:gd name="connsiteY46" fmla="*/ 229437 h 616369"/>
              <a:gd name="connsiteX47" fmla="*/ 1490181 w 2447659"/>
              <a:gd name="connsiteY47" fmla="*/ 370067 h 616369"/>
              <a:gd name="connsiteX48" fmla="*/ 1403412 w 2447659"/>
              <a:gd name="connsiteY48" fmla="*/ 370067 h 616369"/>
              <a:gd name="connsiteX49" fmla="*/ 1312075 w 2447659"/>
              <a:gd name="connsiteY49" fmla="*/ 310773 h 616369"/>
              <a:gd name="connsiteX50" fmla="*/ 1203236 w 2447659"/>
              <a:gd name="connsiteY50" fmla="*/ 423277 h 616369"/>
              <a:gd name="connsiteX51" fmla="*/ 1312075 w 2447659"/>
              <a:gd name="connsiteY51" fmla="*/ 535020 h 616369"/>
              <a:gd name="connsiteX52" fmla="*/ 1312075 w 2447659"/>
              <a:gd name="connsiteY52" fmla="*/ 535007 h 616369"/>
              <a:gd name="connsiteX53" fmla="*/ 1404174 w 2447659"/>
              <a:gd name="connsiteY53" fmla="*/ 472684 h 616369"/>
              <a:gd name="connsiteX54" fmla="*/ 1490943 w 2447659"/>
              <a:gd name="connsiteY54" fmla="*/ 472684 h 616369"/>
              <a:gd name="connsiteX55" fmla="*/ 1312088 w 2447659"/>
              <a:gd name="connsiteY55" fmla="*/ 616356 h 616369"/>
              <a:gd name="connsiteX56" fmla="*/ 1119526 w 2447659"/>
              <a:gd name="connsiteY56" fmla="*/ 423277 h 616369"/>
              <a:gd name="connsiteX57" fmla="*/ 1312088 w 2447659"/>
              <a:gd name="connsiteY57" fmla="*/ 229437 h 616369"/>
              <a:gd name="connsiteX58" fmla="*/ 1537233 w 2447659"/>
              <a:gd name="connsiteY58" fmla="*/ 142965 h 616369"/>
              <a:gd name="connsiteX59" fmla="*/ 1620074 w 2447659"/>
              <a:gd name="connsiteY59" fmla="*/ 142965 h 616369"/>
              <a:gd name="connsiteX60" fmla="*/ 1620074 w 2447659"/>
              <a:gd name="connsiteY60" fmla="*/ 207382 h 616369"/>
              <a:gd name="connsiteX61" fmla="*/ 1649638 w 2447659"/>
              <a:gd name="connsiteY61" fmla="*/ 236909 h 616369"/>
              <a:gd name="connsiteX62" fmla="*/ 1718519 w 2447659"/>
              <a:gd name="connsiteY62" fmla="*/ 236909 h 616369"/>
              <a:gd name="connsiteX63" fmla="*/ 1718519 w 2447659"/>
              <a:gd name="connsiteY63" fmla="*/ 319646 h 616369"/>
              <a:gd name="connsiteX64" fmla="*/ 1649638 w 2447659"/>
              <a:gd name="connsiteY64" fmla="*/ 319646 h 616369"/>
              <a:gd name="connsiteX65" fmla="*/ 1537233 w 2447659"/>
              <a:gd name="connsiteY65" fmla="*/ 207382 h 616369"/>
              <a:gd name="connsiteX66" fmla="*/ 1024755 w 2447659"/>
              <a:gd name="connsiteY66" fmla="*/ 98187 h 616369"/>
              <a:gd name="connsiteX67" fmla="*/ 1078233 w 2447659"/>
              <a:gd name="connsiteY67" fmla="*/ 151597 h 616369"/>
              <a:gd name="connsiteX68" fmla="*/ 1024755 w 2447659"/>
              <a:gd name="connsiteY68" fmla="*/ 205007 h 616369"/>
              <a:gd name="connsiteX69" fmla="*/ 971278 w 2447659"/>
              <a:gd name="connsiteY69" fmla="*/ 151597 h 616369"/>
              <a:gd name="connsiteX70" fmla="*/ 1024755 w 2447659"/>
              <a:gd name="connsiteY70" fmla="*/ 98187 h 616369"/>
              <a:gd name="connsiteX71" fmla="*/ 469955 w 2447659"/>
              <a:gd name="connsiteY71" fmla="*/ 98187 h 616369"/>
              <a:gd name="connsiteX72" fmla="*/ 523432 w 2447659"/>
              <a:gd name="connsiteY72" fmla="*/ 151597 h 616369"/>
              <a:gd name="connsiteX73" fmla="*/ 469955 w 2447659"/>
              <a:gd name="connsiteY73" fmla="*/ 205007 h 616369"/>
              <a:gd name="connsiteX74" fmla="*/ 416477 w 2447659"/>
              <a:gd name="connsiteY74" fmla="*/ 151597 h 616369"/>
              <a:gd name="connsiteX75" fmla="*/ 469955 w 2447659"/>
              <a:gd name="connsiteY75" fmla="*/ 98187 h 616369"/>
              <a:gd name="connsiteX76" fmla="*/ 2287587 w 2447659"/>
              <a:gd name="connsiteY76" fmla="*/ 87874 h 616369"/>
              <a:gd name="connsiteX77" fmla="*/ 2287587 w 2447659"/>
              <a:gd name="connsiteY77" fmla="*/ 87914 h 616369"/>
              <a:gd name="connsiteX78" fmla="*/ 2279078 w 2447659"/>
              <a:gd name="connsiteY78" fmla="*/ 121417 h 616369"/>
              <a:gd name="connsiteX79" fmla="*/ 2260602 w 2447659"/>
              <a:gd name="connsiteY79" fmla="*/ 139509 h 616369"/>
              <a:gd name="connsiteX80" fmla="*/ 2224918 w 2447659"/>
              <a:gd name="connsiteY80" fmla="*/ 147795 h 616369"/>
              <a:gd name="connsiteX81" fmla="*/ 2224918 w 2447659"/>
              <a:gd name="connsiteY81" fmla="*/ 152945 h 616369"/>
              <a:gd name="connsiteX82" fmla="*/ 2260602 w 2447659"/>
              <a:gd name="connsiteY82" fmla="*/ 161231 h 616369"/>
              <a:gd name="connsiteX83" fmla="*/ 2279078 w 2447659"/>
              <a:gd name="connsiteY83" fmla="*/ 179323 h 616369"/>
              <a:gd name="connsiteX84" fmla="*/ 2287587 w 2447659"/>
              <a:gd name="connsiteY84" fmla="*/ 212826 h 616369"/>
              <a:gd name="connsiteX85" fmla="*/ 2287587 w 2447659"/>
              <a:gd name="connsiteY85" fmla="*/ 212866 h 616369"/>
              <a:gd name="connsiteX86" fmla="*/ 2293278 w 2447659"/>
              <a:gd name="connsiteY86" fmla="*/ 212866 h 616369"/>
              <a:gd name="connsiteX87" fmla="*/ 2293278 w 2447659"/>
              <a:gd name="connsiteY87" fmla="*/ 212826 h 616369"/>
              <a:gd name="connsiteX88" fmla="*/ 2301788 w 2447659"/>
              <a:gd name="connsiteY88" fmla="*/ 179323 h 616369"/>
              <a:gd name="connsiteX89" fmla="*/ 2320264 w 2447659"/>
              <a:gd name="connsiteY89" fmla="*/ 161231 h 616369"/>
              <a:gd name="connsiteX90" fmla="*/ 2355947 w 2447659"/>
              <a:gd name="connsiteY90" fmla="*/ 152945 h 616369"/>
              <a:gd name="connsiteX91" fmla="*/ 2355947 w 2447659"/>
              <a:gd name="connsiteY91" fmla="*/ 147795 h 616369"/>
              <a:gd name="connsiteX92" fmla="*/ 2320264 w 2447659"/>
              <a:gd name="connsiteY92" fmla="*/ 139509 h 616369"/>
              <a:gd name="connsiteX93" fmla="*/ 2301788 w 2447659"/>
              <a:gd name="connsiteY93" fmla="*/ 121417 h 616369"/>
              <a:gd name="connsiteX94" fmla="*/ 2293278 w 2447659"/>
              <a:gd name="connsiteY94" fmla="*/ 87914 h 616369"/>
              <a:gd name="connsiteX95" fmla="*/ 2293278 w 2447659"/>
              <a:gd name="connsiteY95" fmla="*/ 87874 h 616369"/>
              <a:gd name="connsiteX96" fmla="*/ 2287587 w 2447659"/>
              <a:gd name="connsiteY96" fmla="*/ 87874 h 616369"/>
              <a:gd name="connsiteX97" fmla="*/ 2261604 w 2447659"/>
              <a:gd name="connsiteY97" fmla="*/ 0 h 616369"/>
              <a:gd name="connsiteX98" fmla="*/ 2289177 w 2447659"/>
              <a:gd name="connsiteY98" fmla="*/ 0 h 616369"/>
              <a:gd name="connsiteX99" fmla="*/ 2316751 w 2447659"/>
              <a:gd name="connsiteY99" fmla="*/ 0 h 616369"/>
              <a:gd name="connsiteX100" fmla="*/ 2316751 w 2447659"/>
              <a:gd name="connsiteY100" fmla="*/ 85112 h 616369"/>
              <a:gd name="connsiteX101" fmla="*/ 2352674 w 2447659"/>
              <a:gd name="connsiteY101" fmla="*/ 49234 h 616369"/>
              <a:gd name="connsiteX102" fmla="*/ 2391670 w 2447659"/>
              <a:gd name="connsiteY102" fmla="*/ 88181 h 616369"/>
              <a:gd name="connsiteX103" fmla="*/ 2355747 w 2447659"/>
              <a:gd name="connsiteY103" fmla="*/ 124059 h 616369"/>
              <a:gd name="connsiteX104" fmla="*/ 2447659 w 2447659"/>
              <a:gd name="connsiteY104" fmla="*/ 124059 h 616369"/>
              <a:gd name="connsiteX105" fmla="*/ 2447659 w 2447659"/>
              <a:gd name="connsiteY105" fmla="*/ 132664 h 616369"/>
              <a:gd name="connsiteX106" fmla="*/ 2447659 w 2447659"/>
              <a:gd name="connsiteY106" fmla="*/ 151597 h 616369"/>
              <a:gd name="connsiteX107" fmla="*/ 2447659 w 2447659"/>
              <a:gd name="connsiteY107" fmla="*/ 170530 h 616369"/>
              <a:gd name="connsiteX108" fmla="*/ 2447659 w 2447659"/>
              <a:gd name="connsiteY108" fmla="*/ 179136 h 616369"/>
              <a:gd name="connsiteX109" fmla="*/ 2355747 w 2447659"/>
              <a:gd name="connsiteY109" fmla="*/ 179136 h 616369"/>
              <a:gd name="connsiteX110" fmla="*/ 2391670 w 2447659"/>
              <a:gd name="connsiteY110" fmla="*/ 215014 h 616369"/>
              <a:gd name="connsiteX111" fmla="*/ 2352674 w 2447659"/>
              <a:gd name="connsiteY111" fmla="*/ 253961 h 616369"/>
              <a:gd name="connsiteX112" fmla="*/ 2316751 w 2447659"/>
              <a:gd name="connsiteY112" fmla="*/ 218083 h 616369"/>
              <a:gd name="connsiteX113" fmla="*/ 2316751 w 2447659"/>
              <a:gd name="connsiteY113" fmla="*/ 303195 h 616369"/>
              <a:gd name="connsiteX114" fmla="*/ 2261604 w 2447659"/>
              <a:gd name="connsiteY114" fmla="*/ 303195 h 616369"/>
              <a:gd name="connsiteX115" fmla="*/ 2261604 w 2447659"/>
              <a:gd name="connsiteY115" fmla="*/ 218083 h 616369"/>
              <a:gd name="connsiteX116" fmla="*/ 2225680 w 2447659"/>
              <a:gd name="connsiteY116" fmla="*/ 253961 h 616369"/>
              <a:gd name="connsiteX117" fmla="*/ 2186684 w 2447659"/>
              <a:gd name="connsiteY117" fmla="*/ 215014 h 616369"/>
              <a:gd name="connsiteX118" fmla="*/ 2222608 w 2447659"/>
              <a:gd name="connsiteY118" fmla="*/ 179136 h 616369"/>
              <a:gd name="connsiteX119" fmla="*/ 2130695 w 2447659"/>
              <a:gd name="connsiteY119" fmla="*/ 179136 h 616369"/>
              <a:gd name="connsiteX120" fmla="*/ 2130695 w 2447659"/>
              <a:gd name="connsiteY120" fmla="*/ 124059 h 616369"/>
              <a:gd name="connsiteX121" fmla="*/ 2222608 w 2447659"/>
              <a:gd name="connsiteY121" fmla="*/ 124059 h 616369"/>
              <a:gd name="connsiteX122" fmla="*/ 2186684 w 2447659"/>
              <a:gd name="connsiteY122" fmla="*/ 88181 h 616369"/>
              <a:gd name="connsiteX123" fmla="*/ 2225680 w 2447659"/>
              <a:gd name="connsiteY123" fmla="*/ 49234 h 616369"/>
              <a:gd name="connsiteX124" fmla="*/ 2261604 w 2447659"/>
              <a:gd name="connsiteY124" fmla="*/ 85112 h 61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2447659" h="616369">
                <a:moveTo>
                  <a:pt x="1537233" y="337525"/>
                </a:moveTo>
                <a:lnTo>
                  <a:pt x="1620074" y="337525"/>
                </a:lnTo>
                <a:lnTo>
                  <a:pt x="1620074" y="496567"/>
                </a:lnTo>
                <a:cubicBezTo>
                  <a:pt x="1620074" y="512858"/>
                  <a:pt x="1633340" y="526094"/>
                  <a:pt x="1649638" y="526094"/>
                </a:cubicBezTo>
                <a:lnTo>
                  <a:pt x="1718519" y="526094"/>
                </a:lnTo>
                <a:lnTo>
                  <a:pt x="1718519" y="608831"/>
                </a:lnTo>
                <a:lnTo>
                  <a:pt x="1649638" y="608831"/>
                </a:lnTo>
                <a:cubicBezTo>
                  <a:pt x="1587651" y="608831"/>
                  <a:pt x="1537233" y="558463"/>
                  <a:pt x="1537233" y="496567"/>
                </a:cubicBezTo>
                <a:close/>
                <a:moveTo>
                  <a:pt x="1938615" y="310013"/>
                </a:moveTo>
                <a:cubicBezTo>
                  <a:pt x="1874677" y="310013"/>
                  <a:pt x="1825969" y="357899"/>
                  <a:pt x="1825969" y="422516"/>
                </a:cubicBezTo>
                <a:cubicBezTo>
                  <a:pt x="1825969" y="487134"/>
                  <a:pt x="1874677" y="535781"/>
                  <a:pt x="1938615" y="535781"/>
                </a:cubicBezTo>
                <a:cubicBezTo>
                  <a:pt x="1980469" y="535781"/>
                  <a:pt x="2021562" y="512218"/>
                  <a:pt x="2039838" y="480289"/>
                </a:cubicBezTo>
                <a:lnTo>
                  <a:pt x="2039838" y="366265"/>
                </a:lnTo>
                <a:cubicBezTo>
                  <a:pt x="2021576" y="333575"/>
                  <a:pt x="1981231" y="310013"/>
                  <a:pt x="1938615" y="310013"/>
                </a:cubicBezTo>
                <a:close/>
                <a:moveTo>
                  <a:pt x="982513" y="237043"/>
                </a:moveTo>
                <a:lnTo>
                  <a:pt x="1066997" y="237043"/>
                </a:lnTo>
                <a:lnTo>
                  <a:pt x="1066997" y="608764"/>
                </a:lnTo>
                <a:lnTo>
                  <a:pt x="982513" y="608764"/>
                </a:lnTo>
                <a:close/>
                <a:moveTo>
                  <a:pt x="554800" y="237043"/>
                </a:moveTo>
                <a:lnTo>
                  <a:pt x="646886" y="237043"/>
                </a:lnTo>
                <a:lnTo>
                  <a:pt x="747362" y="495500"/>
                </a:lnTo>
                <a:lnTo>
                  <a:pt x="847063" y="237043"/>
                </a:lnTo>
                <a:lnTo>
                  <a:pt x="939924" y="237043"/>
                </a:lnTo>
                <a:lnTo>
                  <a:pt x="783900" y="608751"/>
                </a:lnTo>
                <a:lnTo>
                  <a:pt x="710824" y="608751"/>
                </a:lnTo>
                <a:close/>
                <a:moveTo>
                  <a:pt x="427713" y="237043"/>
                </a:moveTo>
                <a:lnTo>
                  <a:pt x="512197" y="237043"/>
                </a:lnTo>
                <a:lnTo>
                  <a:pt x="512197" y="608764"/>
                </a:lnTo>
                <a:lnTo>
                  <a:pt x="427713" y="608764"/>
                </a:lnTo>
                <a:close/>
                <a:moveTo>
                  <a:pt x="0" y="237043"/>
                </a:moveTo>
                <a:lnTo>
                  <a:pt x="92100" y="237043"/>
                </a:lnTo>
                <a:lnTo>
                  <a:pt x="192562" y="495500"/>
                </a:lnTo>
                <a:lnTo>
                  <a:pt x="292263" y="237043"/>
                </a:lnTo>
                <a:lnTo>
                  <a:pt x="385124" y="237043"/>
                </a:lnTo>
                <a:lnTo>
                  <a:pt x="229100" y="608751"/>
                </a:lnTo>
                <a:lnTo>
                  <a:pt x="156024" y="608751"/>
                </a:lnTo>
                <a:close/>
                <a:moveTo>
                  <a:pt x="1921100" y="229451"/>
                </a:moveTo>
                <a:cubicBezTo>
                  <a:pt x="1970570" y="229451"/>
                  <a:pt x="2020040" y="253774"/>
                  <a:pt x="2039838" y="287210"/>
                </a:cubicBezTo>
                <a:lnTo>
                  <a:pt x="2039838" y="237042"/>
                </a:lnTo>
                <a:lnTo>
                  <a:pt x="2124322" y="237042"/>
                </a:lnTo>
                <a:lnTo>
                  <a:pt x="2124322" y="608764"/>
                </a:lnTo>
                <a:lnTo>
                  <a:pt x="2039838" y="608764"/>
                </a:lnTo>
                <a:lnTo>
                  <a:pt x="2039838" y="558596"/>
                </a:lnTo>
                <a:cubicBezTo>
                  <a:pt x="2020040" y="592046"/>
                  <a:pt x="1970570" y="616369"/>
                  <a:pt x="1921100" y="616369"/>
                </a:cubicBezTo>
                <a:cubicBezTo>
                  <a:pt x="1820638" y="616369"/>
                  <a:pt x="1742246" y="530471"/>
                  <a:pt x="1742246" y="422530"/>
                </a:cubicBezTo>
                <a:cubicBezTo>
                  <a:pt x="1742246" y="314589"/>
                  <a:pt x="1820638" y="229451"/>
                  <a:pt x="1921100" y="229451"/>
                </a:cubicBezTo>
                <a:close/>
                <a:moveTo>
                  <a:pt x="1312088" y="229437"/>
                </a:moveTo>
                <a:cubicBezTo>
                  <a:pt x="1401890" y="229437"/>
                  <a:pt x="1478759" y="289492"/>
                  <a:pt x="1490181" y="370067"/>
                </a:cubicBezTo>
                <a:lnTo>
                  <a:pt x="1403412" y="370067"/>
                </a:lnTo>
                <a:cubicBezTo>
                  <a:pt x="1394275" y="335857"/>
                  <a:pt x="1356214" y="310773"/>
                  <a:pt x="1312075" y="310773"/>
                </a:cubicBezTo>
                <a:cubicBezTo>
                  <a:pt x="1250421" y="310773"/>
                  <a:pt x="1203236" y="360180"/>
                  <a:pt x="1203236" y="423277"/>
                </a:cubicBezTo>
                <a:cubicBezTo>
                  <a:pt x="1203236" y="486373"/>
                  <a:pt x="1250421" y="535020"/>
                  <a:pt x="1312075" y="535020"/>
                </a:cubicBezTo>
                <a:lnTo>
                  <a:pt x="1312075" y="535007"/>
                </a:lnTo>
                <a:cubicBezTo>
                  <a:pt x="1356227" y="535007"/>
                  <a:pt x="1395036" y="509923"/>
                  <a:pt x="1404174" y="472684"/>
                </a:cubicBezTo>
                <a:lnTo>
                  <a:pt x="1490943" y="472684"/>
                </a:lnTo>
                <a:cubicBezTo>
                  <a:pt x="1481057" y="557062"/>
                  <a:pt x="1402664" y="616356"/>
                  <a:pt x="1312088" y="616356"/>
                </a:cubicBezTo>
                <a:cubicBezTo>
                  <a:pt x="1203249" y="616356"/>
                  <a:pt x="1119526" y="533499"/>
                  <a:pt x="1119526" y="423277"/>
                </a:cubicBezTo>
                <a:cubicBezTo>
                  <a:pt x="1119526" y="313055"/>
                  <a:pt x="1203249" y="229437"/>
                  <a:pt x="1312088" y="229437"/>
                </a:cubicBezTo>
                <a:close/>
                <a:moveTo>
                  <a:pt x="1537233" y="142965"/>
                </a:moveTo>
                <a:lnTo>
                  <a:pt x="1620074" y="142965"/>
                </a:lnTo>
                <a:lnTo>
                  <a:pt x="1620074" y="207382"/>
                </a:lnTo>
                <a:cubicBezTo>
                  <a:pt x="1620074" y="223673"/>
                  <a:pt x="1633340" y="236909"/>
                  <a:pt x="1649638" y="236909"/>
                </a:cubicBezTo>
                <a:lnTo>
                  <a:pt x="1718519" y="236909"/>
                </a:lnTo>
                <a:lnTo>
                  <a:pt x="1718519" y="319646"/>
                </a:lnTo>
                <a:lnTo>
                  <a:pt x="1649638" y="319646"/>
                </a:lnTo>
                <a:cubicBezTo>
                  <a:pt x="1587651" y="319646"/>
                  <a:pt x="1537233" y="269278"/>
                  <a:pt x="1537233" y="207382"/>
                </a:cubicBezTo>
                <a:close/>
                <a:moveTo>
                  <a:pt x="1024755" y="98187"/>
                </a:moveTo>
                <a:cubicBezTo>
                  <a:pt x="1054293" y="98187"/>
                  <a:pt x="1078233" y="122097"/>
                  <a:pt x="1078233" y="151597"/>
                </a:cubicBezTo>
                <a:cubicBezTo>
                  <a:pt x="1078233" y="181098"/>
                  <a:pt x="1054293" y="205007"/>
                  <a:pt x="1024755" y="205007"/>
                </a:cubicBezTo>
                <a:cubicBezTo>
                  <a:pt x="995218" y="205007"/>
                  <a:pt x="971278" y="181098"/>
                  <a:pt x="971278" y="151597"/>
                </a:cubicBezTo>
                <a:cubicBezTo>
                  <a:pt x="971278" y="122097"/>
                  <a:pt x="995218" y="98187"/>
                  <a:pt x="1024755" y="98187"/>
                </a:cubicBezTo>
                <a:close/>
                <a:moveTo>
                  <a:pt x="469955" y="98187"/>
                </a:moveTo>
                <a:cubicBezTo>
                  <a:pt x="499492" y="98187"/>
                  <a:pt x="523432" y="122097"/>
                  <a:pt x="523432" y="151597"/>
                </a:cubicBezTo>
                <a:cubicBezTo>
                  <a:pt x="523432" y="181098"/>
                  <a:pt x="499492" y="205007"/>
                  <a:pt x="469955" y="205007"/>
                </a:cubicBezTo>
                <a:cubicBezTo>
                  <a:pt x="440417" y="205007"/>
                  <a:pt x="416477" y="181098"/>
                  <a:pt x="416477" y="151597"/>
                </a:cubicBezTo>
                <a:cubicBezTo>
                  <a:pt x="416477" y="122097"/>
                  <a:pt x="440417" y="98187"/>
                  <a:pt x="469955" y="98187"/>
                </a:cubicBezTo>
                <a:close/>
                <a:moveTo>
                  <a:pt x="2287587" y="87874"/>
                </a:moveTo>
                <a:lnTo>
                  <a:pt x="2287587" y="87914"/>
                </a:lnTo>
                <a:lnTo>
                  <a:pt x="2279078" y="121417"/>
                </a:lnTo>
                <a:cubicBezTo>
                  <a:pt x="2276793" y="130423"/>
                  <a:pt x="2269659" y="137401"/>
                  <a:pt x="2260602" y="139509"/>
                </a:cubicBezTo>
                <a:cubicBezTo>
                  <a:pt x="2260602" y="139509"/>
                  <a:pt x="2224918" y="147795"/>
                  <a:pt x="2224918" y="147795"/>
                </a:cubicBezTo>
                <a:lnTo>
                  <a:pt x="2224918" y="152945"/>
                </a:lnTo>
                <a:lnTo>
                  <a:pt x="2260602" y="161231"/>
                </a:lnTo>
                <a:cubicBezTo>
                  <a:pt x="2269659" y="163339"/>
                  <a:pt x="2276793" y="170317"/>
                  <a:pt x="2279078" y="179323"/>
                </a:cubicBezTo>
                <a:cubicBezTo>
                  <a:pt x="2279078" y="179323"/>
                  <a:pt x="2287587" y="212826"/>
                  <a:pt x="2287587" y="212826"/>
                </a:cubicBezTo>
                <a:lnTo>
                  <a:pt x="2287587" y="212866"/>
                </a:lnTo>
                <a:cubicBezTo>
                  <a:pt x="2287587" y="212866"/>
                  <a:pt x="2293278" y="212866"/>
                  <a:pt x="2293278" y="212866"/>
                </a:cubicBezTo>
                <a:lnTo>
                  <a:pt x="2293278" y="212826"/>
                </a:lnTo>
                <a:lnTo>
                  <a:pt x="2301788" y="179323"/>
                </a:lnTo>
                <a:cubicBezTo>
                  <a:pt x="2304073" y="170317"/>
                  <a:pt x="2311207" y="163339"/>
                  <a:pt x="2320264" y="161231"/>
                </a:cubicBezTo>
                <a:lnTo>
                  <a:pt x="2355947" y="152945"/>
                </a:lnTo>
                <a:lnTo>
                  <a:pt x="2355947" y="147795"/>
                </a:lnTo>
                <a:lnTo>
                  <a:pt x="2320264" y="139509"/>
                </a:lnTo>
                <a:cubicBezTo>
                  <a:pt x="2311207" y="137401"/>
                  <a:pt x="2304073" y="130423"/>
                  <a:pt x="2301788" y="121417"/>
                </a:cubicBezTo>
                <a:cubicBezTo>
                  <a:pt x="2301788" y="121417"/>
                  <a:pt x="2293278" y="87914"/>
                  <a:pt x="2293278" y="87914"/>
                </a:cubicBezTo>
                <a:lnTo>
                  <a:pt x="2293278" y="87874"/>
                </a:lnTo>
                <a:cubicBezTo>
                  <a:pt x="2293278" y="87874"/>
                  <a:pt x="2287587" y="87874"/>
                  <a:pt x="2287587" y="87874"/>
                </a:cubicBezTo>
                <a:close/>
                <a:moveTo>
                  <a:pt x="2261604" y="0"/>
                </a:moveTo>
                <a:lnTo>
                  <a:pt x="2289177" y="0"/>
                </a:lnTo>
                <a:lnTo>
                  <a:pt x="2316751" y="0"/>
                </a:lnTo>
                <a:lnTo>
                  <a:pt x="2316751" y="85112"/>
                </a:lnTo>
                <a:lnTo>
                  <a:pt x="2352674" y="49234"/>
                </a:lnTo>
                <a:lnTo>
                  <a:pt x="2391670" y="88181"/>
                </a:lnTo>
                <a:cubicBezTo>
                  <a:pt x="2391670" y="88181"/>
                  <a:pt x="2355747" y="124059"/>
                  <a:pt x="2355747" y="124059"/>
                </a:cubicBezTo>
                <a:lnTo>
                  <a:pt x="2447659" y="124059"/>
                </a:lnTo>
                <a:lnTo>
                  <a:pt x="2447659" y="132664"/>
                </a:lnTo>
                <a:lnTo>
                  <a:pt x="2447659" y="151597"/>
                </a:lnTo>
                <a:lnTo>
                  <a:pt x="2447659" y="170530"/>
                </a:lnTo>
                <a:lnTo>
                  <a:pt x="2447659" y="179136"/>
                </a:lnTo>
                <a:lnTo>
                  <a:pt x="2355747" y="179136"/>
                </a:lnTo>
                <a:lnTo>
                  <a:pt x="2391670" y="215014"/>
                </a:lnTo>
                <a:lnTo>
                  <a:pt x="2352674" y="253961"/>
                </a:lnTo>
                <a:cubicBezTo>
                  <a:pt x="2352674" y="253961"/>
                  <a:pt x="2316751" y="218083"/>
                  <a:pt x="2316751" y="218083"/>
                </a:cubicBezTo>
                <a:lnTo>
                  <a:pt x="2316751" y="303195"/>
                </a:lnTo>
                <a:cubicBezTo>
                  <a:pt x="2316751" y="303195"/>
                  <a:pt x="2261604" y="303195"/>
                  <a:pt x="2261604" y="303195"/>
                </a:cubicBezTo>
                <a:lnTo>
                  <a:pt x="2261604" y="218083"/>
                </a:lnTo>
                <a:lnTo>
                  <a:pt x="2225680" y="253961"/>
                </a:lnTo>
                <a:lnTo>
                  <a:pt x="2186684" y="215014"/>
                </a:lnTo>
                <a:cubicBezTo>
                  <a:pt x="2186684" y="215014"/>
                  <a:pt x="2222608" y="179136"/>
                  <a:pt x="2222608" y="179136"/>
                </a:cubicBezTo>
                <a:lnTo>
                  <a:pt x="2130695" y="179136"/>
                </a:lnTo>
                <a:cubicBezTo>
                  <a:pt x="2130695" y="179136"/>
                  <a:pt x="2130695" y="124059"/>
                  <a:pt x="2130695" y="124059"/>
                </a:cubicBezTo>
                <a:lnTo>
                  <a:pt x="2222608" y="124059"/>
                </a:lnTo>
                <a:lnTo>
                  <a:pt x="2186684" y="88181"/>
                </a:lnTo>
                <a:lnTo>
                  <a:pt x="2225680" y="49234"/>
                </a:lnTo>
                <a:cubicBezTo>
                  <a:pt x="2225680" y="49234"/>
                  <a:pt x="2261604" y="85112"/>
                  <a:pt x="2261604" y="8511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noFill/>
                <a:latin typeface="+mn-lt"/>
              </a:defRPr>
            </a:lvl1pPr>
            <a:lvl2pPr marL="0" indent="0">
              <a:buFontTx/>
              <a:buNone/>
              <a:defRPr sz="100">
                <a:noFill/>
                <a:latin typeface="+mn-lt"/>
              </a:defRPr>
            </a:lvl2pPr>
            <a:lvl3pPr marL="0" indent="0">
              <a:buFontTx/>
              <a:buNone/>
              <a:defRPr sz="100">
                <a:noFill/>
                <a:latin typeface="+mn-lt"/>
              </a:defRPr>
            </a:lvl3pPr>
            <a:lvl4pPr marL="0" indent="0">
              <a:buFontTx/>
              <a:buNone/>
              <a:defRPr sz="100">
                <a:noFill/>
                <a:latin typeface="+mn-lt"/>
              </a:defRPr>
            </a:lvl4pPr>
            <a:lvl5pPr marL="0" indent="0">
              <a:buFontTx/>
              <a:buNone/>
              <a:defRPr sz="100">
                <a:noFill/>
                <a:latin typeface="+mn-lt"/>
              </a:defRPr>
            </a:lvl5pPr>
            <a:lvl6pPr marL="0" indent="0">
              <a:buFontTx/>
              <a:buNone/>
              <a:defRPr sz="100">
                <a:noFill/>
                <a:latin typeface="+mn-lt"/>
              </a:defRPr>
            </a:lvl6pPr>
            <a:lvl7pPr marL="0" indent="0">
              <a:buFontTx/>
              <a:buNone/>
              <a:defRPr sz="100">
                <a:noFill/>
                <a:latin typeface="+mn-lt"/>
              </a:defRPr>
            </a:lvl7pPr>
            <a:lvl8pPr marL="0" indent="0">
              <a:buFontTx/>
              <a:buNone/>
              <a:defRPr sz="100">
                <a:noFill/>
                <a:latin typeface="+mn-lt"/>
              </a:defRPr>
            </a:lvl8pPr>
            <a:lvl9pPr marL="0" indent="0">
              <a:buFontTx/>
              <a:buNone/>
              <a:defRPr sz="1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CEEE67-C430-1386-318A-9606F9E219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5601" y="257176"/>
            <a:ext cx="3844856" cy="4246575"/>
          </a:xfrm>
          <a:custGeom>
            <a:avLst/>
            <a:gdLst>
              <a:gd name="connsiteX0" fmla="*/ 0 w 3844856"/>
              <a:gd name="connsiteY0" fmla="*/ 0 h 4246575"/>
              <a:gd name="connsiteX1" fmla="*/ 3708666 w 3844856"/>
              <a:gd name="connsiteY1" fmla="*/ 0 h 4246575"/>
              <a:gd name="connsiteX2" fmla="*/ 3765334 w 3844856"/>
              <a:gd name="connsiteY2" fmla="*/ 13174 h 4246575"/>
              <a:gd name="connsiteX3" fmla="*/ 3841034 w 3844856"/>
              <a:gd name="connsiteY3" fmla="*/ 108287 h 4246575"/>
              <a:gd name="connsiteX4" fmla="*/ 3844856 w 3844856"/>
              <a:gd name="connsiteY4" fmla="*/ 140078 h 4246575"/>
              <a:gd name="connsiteX5" fmla="*/ 3844856 w 3844856"/>
              <a:gd name="connsiteY5" fmla="*/ 140278 h 4246575"/>
              <a:gd name="connsiteX6" fmla="*/ 3841147 w 3844856"/>
              <a:gd name="connsiteY6" fmla="*/ 173399 h 4246575"/>
              <a:gd name="connsiteX7" fmla="*/ 2933129 w 3844856"/>
              <a:gd name="connsiteY7" fmla="*/ 4106272 h 4246575"/>
              <a:gd name="connsiteX8" fmla="*/ 2756821 w 3844856"/>
              <a:gd name="connsiteY8" fmla="*/ 4246575 h 4246575"/>
              <a:gd name="connsiteX9" fmla="*/ 2756726 w 3844856"/>
              <a:gd name="connsiteY9" fmla="*/ 4246575 h 4246575"/>
              <a:gd name="connsiteX10" fmla="*/ 161925 w 3844856"/>
              <a:gd name="connsiteY10" fmla="*/ 4246575 h 4246575"/>
              <a:gd name="connsiteX11" fmla="*/ 0 w 3844856"/>
              <a:gd name="connsiteY11" fmla="*/ 4084650 h 424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44856" h="4246575">
                <a:moveTo>
                  <a:pt x="0" y="0"/>
                </a:moveTo>
                <a:lnTo>
                  <a:pt x="3708666" y="0"/>
                </a:lnTo>
                <a:lnTo>
                  <a:pt x="3765334" y="13174"/>
                </a:lnTo>
                <a:cubicBezTo>
                  <a:pt x="3803291" y="31992"/>
                  <a:pt x="3831223" y="67085"/>
                  <a:pt x="3841034" y="108287"/>
                </a:cubicBezTo>
                <a:lnTo>
                  <a:pt x="3844856" y="140078"/>
                </a:lnTo>
                <a:lnTo>
                  <a:pt x="3844856" y="140278"/>
                </a:lnTo>
                <a:lnTo>
                  <a:pt x="3841147" y="173399"/>
                </a:lnTo>
                <a:lnTo>
                  <a:pt x="2933129" y="4106272"/>
                </a:lnTo>
                <a:cubicBezTo>
                  <a:pt x="2914174" y="4188378"/>
                  <a:pt x="2841022" y="4246575"/>
                  <a:pt x="2756821" y="4246575"/>
                </a:cubicBezTo>
                <a:lnTo>
                  <a:pt x="2756726" y="4246575"/>
                </a:lnTo>
                <a:lnTo>
                  <a:pt x="161925" y="4246575"/>
                </a:lnTo>
                <a:cubicBezTo>
                  <a:pt x="72485" y="4246575"/>
                  <a:pt x="0" y="4174090"/>
                  <a:pt x="0" y="408465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noFill/>
                <a:latin typeface="+mn-lt"/>
              </a:defRPr>
            </a:lvl1pPr>
            <a:lvl2pPr marL="0" indent="0">
              <a:buFontTx/>
              <a:buNone/>
              <a:defRPr sz="100">
                <a:noFill/>
                <a:latin typeface="+mn-lt"/>
              </a:defRPr>
            </a:lvl2pPr>
            <a:lvl3pPr marL="0" indent="0">
              <a:buFontTx/>
              <a:buNone/>
              <a:defRPr sz="100">
                <a:noFill/>
                <a:latin typeface="+mn-lt"/>
              </a:defRPr>
            </a:lvl3pPr>
            <a:lvl4pPr marL="0" indent="0">
              <a:buFontTx/>
              <a:buNone/>
              <a:defRPr sz="100">
                <a:noFill/>
                <a:latin typeface="+mn-lt"/>
              </a:defRPr>
            </a:lvl4pPr>
            <a:lvl5pPr marL="0" indent="0">
              <a:buFontTx/>
              <a:buNone/>
              <a:defRPr sz="100">
                <a:noFill/>
                <a:latin typeface="+mn-lt"/>
              </a:defRPr>
            </a:lvl5pPr>
            <a:lvl6pPr marL="0" indent="0">
              <a:buFontTx/>
              <a:buNone/>
              <a:defRPr sz="100">
                <a:noFill/>
                <a:latin typeface="+mn-lt"/>
              </a:defRPr>
            </a:lvl6pPr>
            <a:lvl7pPr marL="0" indent="0">
              <a:buFontTx/>
              <a:buNone/>
              <a:defRPr sz="100">
                <a:noFill/>
                <a:latin typeface="+mn-lt"/>
              </a:defRPr>
            </a:lvl7pPr>
            <a:lvl8pPr marL="0" indent="0">
              <a:buFontTx/>
              <a:buNone/>
              <a:defRPr sz="100">
                <a:noFill/>
                <a:latin typeface="+mn-lt"/>
              </a:defRPr>
            </a:lvl8pPr>
            <a:lvl9pPr marL="0" indent="0">
              <a:buFontTx/>
              <a:buNone/>
              <a:defRPr sz="1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735F0F-854F-0C49-7AB9-83A3C524C7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72241" y="255600"/>
            <a:ext cx="5438783" cy="4248150"/>
          </a:xfrm>
          <a:custGeom>
            <a:avLst/>
            <a:gdLst>
              <a:gd name="connsiteX0" fmla="*/ 1088048 w 5438783"/>
              <a:gd name="connsiteY0" fmla="*/ 0 h 4248150"/>
              <a:gd name="connsiteX1" fmla="*/ 5278953 w 5438783"/>
              <a:gd name="connsiteY1" fmla="*/ 0 h 4248150"/>
              <a:gd name="connsiteX2" fmla="*/ 5428155 w 5438783"/>
              <a:gd name="connsiteY2" fmla="*/ 98892 h 4248150"/>
              <a:gd name="connsiteX3" fmla="*/ 5438783 w 5438783"/>
              <a:gd name="connsiteY3" fmla="*/ 151546 h 4248150"/>
              <a:gd name="connsiteX4" fmla="*/ 5438783 w 5438783"/>
              <a:gd name="connsiteY4" fmla="*/ 4248150 h 4248150"/>
              <a:gd name="connsiteX5" fmla="*/ 142977 w 5438783"/>
              <a:gd name="connsiteY5" fmla="*/ 4248150 h 4248150"/>
              <a:gd name="connsiteX6" fmla="*/ 3722 w 5438783"/>
              <a:gd name="connsiteY6" fmla="*/ 4073176 h 4248150"/>
              <a:gd name="connsiteX7" fmla="*/ 911740 w 5438783"/>
              <a:gd name="connsiteY7" fmla="*/ 140303 h 4248150"/>
              <a:gd name="connsiteX8" fmla="*/ 1088048 w 5438783"/>
              <a:gd name="connsiteY8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38783" h="4248150">
                <a:moveTo>
                  <a:pt x="1088048" y="0"/>
                </a:moveTo>
                <a:lnTo>
                  <a:pt x="5278953" y="0"/>
                </a:lnTo>
                <a:cubicBezTo>
                  <a:pt x="5346033" y="0"/>
                  <a:pt x="5403576" y="40773"/>
                  <a:pt x="5428155" y="98892"/>
                </a:cubicBezTo>
                <a:lnTo>
                  <a:pt x="5438783" y="151546"/>
                </a:lnTo>
                <a:lnTo>
                  <a:pt x="5438783" y="4248150"/>
                </a:lnTo>
                <a:lnTo>
                  <a:pt x="142977" y="4248150"/>
                </a:lnTo>
                <a:cubicBezTo>
                  <a:pt x="51061" y="4248150"/>
                  <a:pt x="-16947" y="4162711"/>
                  <a:pt x="3722" y="4073176"/>
                </a:cubicBezTo>
                <a:lnTo>
                  <a:pt x="911740" y="140303"/>
                </a:lnTo>
                <a:cubicBezTo>
                  <a:pt x="930695" y="58198"/>
                  <a:pt x="1003847" y="0"/>
                  <a:pt x="1088048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noFill/>
                <a:latin typeface="+mn-lt"/>
              </a:defRPr>
            </a:lvl1pPr>
            <a:lvl2pPr marL="0" indent="0">
              <a:buFontTx/>
              <a:buNone/>
              <a:defRPr sz="100">
                <a:noFill/>
                <a:latin typeface="+mn-lt"/>
              </a:defRPr>
            </a:lvl2pPr>
            <a:lvl3pPr marL="0" indent="0">
              <a:buFontTx/>
              <a:buNone/>
              <a:defRPr sz="100">
                <a:noFill/>
                <a:latin typeface="+mn-lt"/>
              </a:defRPr>
            </a:lvl3pPr>
            <a:lvl4pPr marL="0" indent="0">
              <a:buFontTx/>
              <a:buNone/>
              <a:defRPr sz="100">
                <a:noFill/>
                <a:latin typeface="+mn-lt"/>
              </a:defRPr>
            </a:lvl4pPr>
            <a:lvl5pPr marL="0" indent="0">
              <a:buFontTx/>
              <a:buNone/>
              <a:defRPr sz="100">
                <a:noFill/>
                <a:latin typeface="+mn-lt"/>
              </a:defRPr>
            </a:lvl5pPr>
            <a:lvl6pPr marL="0" indent="0">
              <a:buFontTx/>
              <a:buNone/>
              <a:defRPr sz="100">
                <a:noFill/>
                <a:latin typeface="+mn-lt"/>
              </a:defRPr>
            </a:lvl6pPr>
            <a:lvl7pPr marL="0" indent="0">
              <a:buFontTx/>
              <a:buNone/>
              <a:defRPr sz="100">
                <a:noFill/>
                <a:latin typeface="+mn-lt"/>
              </a:defRPr>
            </a:lvl7pPr>
            <a:lvl8pPr marL="0" indent="0">
              <a:buFontTx/>
              <a:buNone/>
              <a:defRPr sz="100">
                <a:noFill/>
                <a:latin typeface="+mn-lt"/>
              </a:defRPr>
            </a:lvl8pPr>
            <a:lvl9pPr marL="0" indent="0">
              <a:buFontTx/>
              <a:buNone/>
              <a:defRPr sz="1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6C72EB9-230B-6EEC-3FD3-EF91A2200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0" y="590400"/>
            <a:ext cx="2881849" cy="3564214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Agenda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EBA4D7-CBB5-6CCD-763E-B14AE586C9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939928" y="590400"/>
            <a:ext cx="3613672" cy="3564214"/>
          </a:xfrm>
        </p:spPr>
        <p:txBody>
          <a:bodyPr anchor="ctr" anchorCtr="0"/>
          <a:lstStyle>
            <a:lvl1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cap="none" baseline="0">
                <a:solidFill>
                  <a:schemeClr val="bg1"/>
                </a:solidFill>
                <a:latin typeface="+mj-lt"/>
              </a:defRPr>
            </a:lvl1pPr>
            <a:lvl2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2pPr>
            <a:lvl3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3pPr>
            <a:lvl4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4pPr>
            <a:lvl5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5pPr>
            <a:lvl6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6pPr>
            <a:lvl7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7pPr>
            <a:lvl8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8pPr>
            <a:lvl9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Click to add topic</a:t>
            </a:r>
          </a:p>
        </p:txBody>
      </p:sp>
    </p:spTree>
    <p:extLst>
      <p:ext uri="{BB962C8B-B14F-4D97-AF65-F5344CB8AC3E}">
        <p14:creationId xmlns:p14="http://schemas.microsoft.com/office/powerpoint/2010/main" val="365722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8BF33F8-33E9-A452-3BDF-A71C3034C6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094818" y="257175"/>
            <a:ext cx="3790958" cy="1995488"/>
          </a:xfrm>
          <a:custGeom>
            <a:avLst/>
            <a:gdLst>
              <a:gd name="connsiteX0" fmla="*/ 142977 w 3790958"/>
              <a:gd name="connsiteY0" fmla="*/ 0 h 1995488"/>
              <a:gd name="connsiteX1" fmla="*/ 3629604 w 3790958"/>
              <a:gd name="connsiteY1" fmla="*/ 0 h 1995488"/>
              <a:gd name="connsiteX2" fmla="*/ 3778806 w 3790958"/>
              <a:gd name="connsiteY2" fmla="*/ 98892 h 1995488"/>
              <a:gd name="connsiteX3" fmla="*/ 3790958 w 3790958"/>
              <a:gd name="connsiteY3" fmla="*/ 159096 h 1995488"/>
              <a:gd name="connsiteX4" fmla="*/ 3790958 w 3790958"/>
              <a:gd name="connsiteY4" fmla="*/ 1995488 h 1995488"/>
              <a:gd name="connsiteX5" fmla="*/ 567983 w 3790958"/>
              <a:gd name="connsiteY5" fmla="*/ 1995488 h 1995488"/>
              <a:gd name="connsiteX6" fmla="*/ 391675 w 3790958"/>
              <a:gd name="connsiteY6" fmla="*/ 1855184 h 1995488"/>
              <a:gd name="connsiteX7" fmla="*/ 3722 w 3790958"/>
              <a:gd name="connsiteY7" fmla="*/ 174974 h 1995488"/>
              <a:gd name="connsiteX8" fmla="*/ 142977 w 3790958"/>
              <a:gd name="connsiteY8" fmla="*/ 0 h 199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0958" h="1995488">
                <a:moveTo>
                  <a:pt x="142977" y="0"/>
                </a:moveTo>
                <a:lnTo>
                  <a:pt x="3629604" y="0"/>
                </a:lnTo>
                <a:cubicBezTo>
                  <a:pt x="3696684" y="0"/>
                  <a:pt x="3754227" y="40773"/>
                  <a:pt x="3778806" y="98892"/>
                </a:cubicBezTo>
                <a:lnTo>
                  <a:pt x="3790958" y="159096"/>
                </a:lnTo>
                <a:lnTo>
                  <a:pt x="3790958" y="1995488"/>
                </a:lnTo>
                <a:lnTo>
                  <a:pt x="567983" y="1995488"/>
                </a:lnTo>
                <a:cubicBezTo>
                  <a:pt x="483687" y="1995488"/>
                  <a:pt x="410630" y="1937290"/>
                  <a:pt x="391675" y="1855184"/>
                </a:cubicBezTo>
                <a:lnTo>
                  <a:pt x="3722" y="174974"/>
                </a:lnTo>
                <a:cubicBezTo>
                  <a:pt x="-16947" y="85439"/>
                  <a:pt x="51061" y="0"/>
                  <a:pt x="14297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43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DE24D2C5-FD45-3E2D-9EC1-CA884555B1D4}"/>
              </a:ext>
            </a:extLst>
          </p:cNvPr>
          <p:cNvSpPr/>
          <p:nvPr/>
        </p:nvSpPr>
        <p:spPr>
          <a:xfrm>
            <a:off x="5618692" y="2504850"/>
            <a:ext cx="3271464" cy="1995487"/>
          </a:xfrm>
          <a:custGeom>
            <a:avLst/>
            <a:gdLst>
              <a:gd name="connsiteX0" fmla="*/ 142978 w 3271464"/>
              <a:gd name="connsiteY0" fmla="*/ 0 h 1995487"/>
              <a:gd name="connsiteX1" fmla="*/ 3109540 w 3271464"/>
              <a:gd name="connsiteY1" fmla="*/ 0 h 1995487"/>
              <a:gd name="connsiteX2" fmla="*/ 3271465 w 3271464"/>
              <a:gd name="connsiteY2" fmla="*/ 161925 h 1995487"/>
              <a:gd name="connsiteX3" fmla="*/ 3271465 w 3271464"/>
              <a:gd name="connsiteY3" fmla="*/ 1995488 h 1995487"/>
              <a:gd name="connsiteX4" fmla="*/ 567984 w 3271464"/>
              <a:gd name="connsiteY4" fmla="*/ 1995488 h 1995487"/>
              <a:gd name="connsiteX5" fmla="*/ 391676 w 3271464"/>
              <a:gd name="connsiteY5" fmla="*/ 1855184 h 1995487"/>
              <a:gd name="connsiteX6" fmla="*/ 3723 w 3271464"/>
              <a:gd name="connsiteY6" fmla="*/ 174974 h 1995487"/>
              <a:gd name="connsiteX7" fmla="*/ 142978 w 3271464"/>
              <a:gd name="connsiteY7" fmla="*/ 0 h 19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1464" h="1995487">
                <a:moveTo>
                  <a:pt x="142978" y="0"/>
                </a:moveTo>
                <a:lnTo>
                  <a:pt x="3109540" y="0"/>
                </a:lnTo>
                <a:cubicBezTo>
                  <a:pt x="3198980" y="0"/>
                  <a:pt x="3271465" y="72485"/>
                  <a:pt x="3271465" y="161925"/>
                </a:cubicBezTo>
                <a:lnTo>
                  <a:pt x="3271465" y="1995488"/>
                </a:lnTo>
                <a:lnTo>
                  <a:pt x="567984" y="1995488"/>
                </a:lnTo>
                <a:cubicBezTo>
                  <a:pt x="483688" y="1995488"/>
                  <a:pt x="410631" y="1937290"/>
                  <a:pt x="391676" y="1855184"/>
                </a:cubicBezTo>
                <a:lnTo>
                  <a:pt x="3723" y="174974"/>
                </a:lnTo>
                <a:cubicBezTo>
                  <a:pt x="-16946" y="85439"/>
                  <a:pt x="51062" y="0"/>
                  <a:pt x="142978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5589" y="255588"/>
            <a:ext cx="4316412" cy="2373472"/>
          </a:xfrm>
        </p:spPr>
        <p:txBody>
          <a:bodyPr anchor="b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add speaker name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5589" y="2832258"/>
            <a:ext cx="4316411" cy="1668079"/>
          </a:xfrm>
        </p:spPr>
        <p:txBody>
          <a:bodyPr/>
          <a:lstStyle>
            <a:lvl1pPr mar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2pPr>
            <a:lvl3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3pPr>
            <a:lvl4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4pPr>
            <a:lvl5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5pPr>
            <a:lvl6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6pPr>
            <a:lvl7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7pPr>
            <a:lvl8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8pPr>
            <a:lvl9pPr marL="0" indent="0" algn="l">
              <a:spcAft>
                <a:spcPts val="0"/>
              </a:spcAft>
              <a:buFont typeface="Arial" panose="020B0604020202020204" pitchFamily="34" charset="0"/>
              <a:buNone/>
              <a:tabLst/>
              <a:defRPr sz="2400" b="0" cap="none" baseline="0">
                <a:solidFill>
                  <a:schemeClr val="accent1"/>
                </a:solidFill>
                <a:latin typeface="+mn-lt"/>
              </a:defRPr>
            </a:lvl9pPr>
          </a:lstStyle>
          <a:p>
            <a:r>
              <a:rPr lang="en-GB" dirty="0"/>
              <a:t>Click to add role title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0F6315B-3B88-B90A-42C1-FD111E520B6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29754C5-C1EB-4935-BF3F-21025CE0EF7C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48FDC05-E690-99A1-37D9-F366D557CF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76BD083-27E3-8DB5-8196-8D56FA5A537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2692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>
            <a:extLst>
              <a:ext uri="{FF2B5EF4-FFF2-40B4-BE49-F238E27FC236}">
                <a16:creationId xmlns:a16="http://schemas.microsoft.com/office/drawing/2014/main" id="{66DEB533-FF1F-8E12-1534-636DB799B11C}"/>
              </a:ext>
            </a:extLst>
          </p:cNvPr>
          <p:cNvSpPr/>
          <p:nvPr/>
        </p:nvSpPr>
        <p:spPr>
          <a:xfrm>
            <a:off x="255589" y="255588"/>
            <a:ext cx="5488217" cy="4247959"/>
          </a:xfrm>
          <a:custGeom>
            <a:avLst/>
            <a:gdLst>
              <a:gd name="connsiteX0" fmla="*/ 5345335 w 5488217"/>
              <a:gd name="connsiteY0" fmla="*/ 4247960 h 4247959"/>
              <a:gd name="connsiteX1" fmla="*/ 161925 w 5488217"/>
              <a:gd name="connsiteY1" fmla="*/ 4247960 h 4247959"/>
              <a:gd name="connsiteX2" fmla="*/ 0 w 5488217"/>
              <a:gd name="connsiteY2" fmla="*/ 4086035 h 4247959"/>
              <a:gd name="connsiteX3" fmla="*/ 0 w 5488217"/>
              <a:gd name="connsiteY3" fmla="*/ 0 h 4247959"/>
              <a:gd name="connsiteX4" fmla="*/ 4400265 w 5488217"/>
              <a:gd name="connsiteY4" fmla="*/ 0 h 4247959"/>
              <a:gd name="connsiteX5" fmla="*/ 4576572 w 5488217"/>
              <a:gd name="connsiteY5" fmla="*/ 140303 h 4247959"/>
              <a:gd name="connsiteX6" fmla="*/ 5484495 w 5488217"/>
              <a:gd name="connsiteY6" fmla="*/ 4072985 h 4247959"/>
              <a:gd name="connsiteX7" fmla="*/ 5345240 w 5488217"/>
              <a:gd name="connsiteY7" fmla="*/ 4247960 h 424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217" h="4247959">
                <a:moveTo>
                  <a:pt x="5345335" y="4247960"/>
                </a:moveTo>
                <a:lnTo>
                  <a:pt x="161925" y="4247960"/>
                </a:lnTo>
                <a:cubicBezTo>
                  <a:pt x="72485" y="4247960"/>
                  <a:pt x="0" y="4175474"/>
                  <a:pt x="0" y="4086035"/>
                </a:cubicBezTo>
                <a:lnTo>
                  <a:pt x="0" y="0"/>
                </a:lnTo>
                <a:lnTo>
                  <a:pt x="4400265" y="0"/>
                </a:lnTo>
                <a:cubicBezTo>
                  <a:pt x="4484561" y="0"/>
                  <a:pt x="4557617" y="58198"/>
                  <a:pt x="4576572" y="140303"/>
                </a:cubicBezTo>
                <a:lnTo>
                  <a:pt x="5484495" y="4072985"/>
                </a:lnTo>
                <a:cubicBezTo>
                  <a:pt x="5505164" y="4162520"/>
                  <a:pt x="5437156" y="4247960"/>
                  <a:pt x="5345240" y="424796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8BF33F8-33E9-A452-3BDF-A71C3034C6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094818" y="257175"/>
            <a:ext cx="3790958" cy="1995488"/>
          </a:xfrm>
          <a:custGeom>
            <a:avLst/>
            <a:gdLst>
              <a:gd name="connsiteX0" fmla="*/ 142977 w 3790958"/>
              <a:gd name="connsiteY0" fmla="*/ 0 h 1995488"/>
              <a:gd name="connsiteX1" fmla="*/ 3629604 w 3790958"/>
              <a:gd name="connsiteY1" fmla="*/ 0 h 1995488"/>
              <a:gd name="connsiteX2" fmla="*/ 3778806 w 3790958"/>
              <a:gd name="connsiteY2" fmla="*/ 98892 h 1995488"/>
              <a:gd name="connsiteX3" fmla="*/ 3790958 w 3790958"/>
              <a:gd name="connsiteY3" fmla="*/ 159096 h 1995488"/>
              <a:gd name="connsiteX4" fmla="*/ 3790958 w 3790958"/>
              <a:gd name="connsiteY4" fmla="*/ 1995488 h 1995488"/>
              <a:gd name="connsiteX5" fmla="*/ 567983 w 3790958"/>
              <a:gd name="connsiteY5" fmla="*/ 1995488 h 1995488"/>
              <a:gd name="connsiteX6" fmla="*/ 391675 w 3790958"/>
              <a:gd name="connsiteY6" fmla="*/ 1855184 h 1995488"/>
              <a:gd name="connsiteX7" fmla="*/ 3722 w 3790958"/>
              <a:gd name="connsiteY7" fmla="*/ 174974 h 1995488"/>
              <a:gd name="connsiteX8" fmla="*/ 142977 w 3790958"/>
              <a:gd name="connsiteY8" fmla="*/ 0 h 199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0958" h="1995488">
                <a:moveTo>
                  <a:pt x="142977" y="0"/>
                </a:moveTo>
                <a:lnTo>
                  <a:pt x="3629604" y="0"/>
                </a:lnTo>
                <a:cubicBezTo>
                  <a:pt x="3696684" y="0"/>
                  <a:pt x="3754227" y="40773"/>
                  <a:pt x="3778806" y="98892"/>
                </a:cubicBezTo>
                <a:lnTo>
                  <a:pt x="3790958" y="159096"/>
                </a:lnTo>
                <a:lnTo>
                  <a:pt x="3790958" y="1995488"/>
                </a:lnTo>
                <a:lnTo>
                  <a:pt x="567983" y="1995488"/>
                </a:lnTo>
                <a:cubicBezTo>
                  <a:pt x="483687" y="1995488"/>
                  <a:pt x="410630" y="1937290"/>
                  <a:pt x="391675" y="1855184"/>
                </a:cubicBezTo>
                <a:lnTo>
                  <a:pt x="3722" y="174974"/>
                </a:lnTo>
                <a:cubicBezTo>
                  <a:pt x="-16947" y="85439"/>
                  <a:pt x="51061" y="0"/>
                  <a:pt x="14297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43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DE24D2C5-FD45-3E2D-9EC1-CA884555B1D4}"/>
              </a:ext>
            </a:extLst>
          </p:cNvPr>
          <p:cNvSpPr/>
          <p:nvPr/>
        </p:nvSpPr>
        <p:spPr>
          <a:xfrm>
            <a:off x="5618692" y="2504850"/>
            <a:ext cx="3271464" cy="1995487"/>
          </a:xfrm>
          <a:custGeom>
            <a:avLst/>
            <a:gdLst>
              <a:gd name="connsiteX0" fmla="*/ 142978 w 3271464"/>
              <a:gd name="connsiteY0" fmla="*/ 0 h 1995487"/>
              <a:gd name="connsiteX1" fmla="*/ 3109540 w 3271464"/>
              <a:gd name="connsiteY1" fmla="*/ 0 h 1995487"/>
              <a:gd name="connsiteX2" fmla="*/ 3271465 w 3271464"/>
              <a:gd name="connsiteY2" fmla="*/ 161925 h 1995487"/>
              <a:gd name="connsiteX3" fmla="*/ 3271465 w 3271464"/>
              <a:gd name="connsiteY3" fmla="*/ 1995488 h 1995487"/>
              <a:gd name="connsiteX4" fmla="*/ 567984 w 3271464"/>
              <a:gd name="connsiteY4" fmla="*/ 1995488 h 1995487"/>
              <a:gd name="connsiteX5" fmla="*/ 391676 w 3271464"/>
              <a:gd name="connsiteY5" fmla="*/ 1855184 h 1995487"/>
              <a:gd name="connsiteX6" fmla="*/ 3723 w 3271464"/>
              <a:gd name="connsiteY6" fmla="*/ 174974 h 1995487"/>
              <a:gd name="connsiteX7" fmla="*/ 142978 w 3271464"/>
              <a:gd name="connsiteY7" fmla="*/ 0 h 19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1464" h="1995487">
                <a:moveTo>
                  <a:pt x="142978" y="0"/>
                </a:moveTo>
                <a:lnTo>
                  <a:pt x="3109540" y="0"/>
                </a:lnTo>
                <a:cubicBezTo>
                  <a:pt x="3198980" y="0"/>
                  <a:pt x="3271465" y="72485"/>
                  <a:pt x="3271465" y="161925"/>
                </a:cubicBezTo>
                <a:lnTo>
                  <a:pt x="3271465" y="1995488"/>
                </a:lnTo>
                <a:lnTo>
                  <a:pt x="567984" y="1995488"/>
                </a:lnTo>
                <a:cubicBezTo>
                  <a:pt x="483688" y="1995488"/>
                  <a:pt x="410631" y="1937290"/>
                  <a:pt x="391676" y="1855184"/>
                </a:cubicBezTo>
                <a:lnTo>
                  <a:pt x="3723" y="174974"/>
                </a:lnTo>
                <a:cubicBezTo>
                  <a:pt x="-16946" y="85439"/>
                  <a:pt x="51062" y="0"/>
                  <a:pt x="142978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90400"/>
            <a:ext cx="3981600" cy="2037600"/>
          </a:xfrm>
        </p:spPr>
        <p:txBody>
          <a:bodyPr anchor="b"/>
          <a:lstStyle>
            <a:lvl1pPr algn="l">
              <a:lnSpc>
                <a:spcPct val="91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speaker name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90400" y="2832259"/>
            <a:ext cx="3981600" cy="1329926"/>
          </a:xfrm>
        </p:spPr>
        <p:txBody>
          <a:bodyPr/>
          <a:lstStyle>
            <a:lvl1pPr mar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spcAft>
                <a:spcPts val="0"/>
              </a:spcAft>
              <a:buFont typeface="Arial" panose="020B0604020202020204" pitchFamily="34" charset="0"/>
              <a:buNone/>
              <a:tabLst/>
              <a:defRPr sz="2400" b="0" cap="none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Click to add role title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0F6315B-3B88-B90A-42C1-FD111E520B6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7AB4F2E-47C9-44C3-A2AF-51565B4BBB82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48FDC05-E690-99A1-37D9-F366D557CF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76BD083-27E3-8DB5-8196-8D56FA5A537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194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0050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8935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8270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330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ladsholder til billede 7">
            <a:extLst>
              <a:ext uri="{FF2B5EF4-FFF2-40B4-BE49-F238E27FC236}">
                <a16:creationId xmlns:a16="http://schemas.microsoft.com/office/drawing/2014/main" id="{B6C4473B-162C-9584-4460-6667BAD5BA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38868" y="255600"/>
            <a:ext cx="3844869" cy="4248150"/>
          </a:xfrm>
          <a:custGeom>
            <a:avLst/>
            <a:gdLst>
              <a:gd name="connsiteX0" fmla="*/ 1088144 w 3844869"/>
              <a:gd name="connsiteY0" fmla="*/ 0 h 4248150"/>
              <a:gd name="connsiteX1" fmla="*/ 3682945 w 3844869"/>
              <a:gd name="connsiteY1" fmla="*/ 0 h 4248150"/>
              <a:gd name="connsiteX2" fmla="*/ 3832147 w 3844869"/>
              <a:gd name="connsiteY2" fmla="*/ 98892 h 4248150"/>
              <a:gd name="connsiteX3" fmla="*/ 3844869 w 3844869"/>
              <a:gd name="connsiteY3" fmla="*/ 161920 h 4248150"/>
              <a:gd name="connsiteX4" fmla="*/ 3844869 w 3844869"/>
              <a:gd name="connsiteY4" fmla="*/ 4248150 h 4248150"/>
              <a:gd name="connsiteX5" fmla="*/ 3834251 w 3844869"/>
              <a:gd name="connsiteY5" fmla="*/ 4248150 h 4248150"/>
              <a:gd name="connsiteX6" fmla="*/ 3803296 w 3844869"/>
              <a:gd name="connsiteY6" fmla="*/ 4248150 h 4248150"/>
              <a:gd name="connsiteX7" fmla="*/ 3753362 w 3844869"/>
              <a:gd name="connsiteY7" fmla="*/ 4248150 h 4248150"/>
              <a:gd name="connsiteX8" fmla="*/ 3685804 w 3844869"/>
              <a:gd name="connsiteY8" fmla="*/ 4248150 h 4248150"/>
              <a:gd name="connsiteX9" fmla="*/ 3601979 w 3844869"/>
              <a:gd name="connsiteY9" fmla="*/ 4248150 h 4248150"/>
              <a:gd name="connsiteX10" fmla="*/ 3503240 w 3844869"/>
              <a:gd name="connsiteY10" fmla="*/ 4248150 h 4248150"/>
              <a:gd name="connsiteX11" fmla="*/ 3390945 w 3844869"/>
              <a:gd name="connsiteY11" fmla="*/ 4248150 h 4248150"/>
              <a:gd name="connsiteX12" fmla="*/ 3266450 w 3844869"/>
              <a:gd name="connsiteY12" fmla="*/ 4248150 h 4248150"/>
              <a:gd name="connsiteX13" fmla="*/ 3131108 w 3844869"/>
              <a:gd name="connsiteY13" fmla="*/ 4248150 h 4248150"/>
              <a:gd name="connsiteX14" fmla="*/ 2986277 w 3844869"/>
              <a:gd name="connsiteY14" fmla="*/ 4248150 h 4248150"/>
              <a:gd name="connsiteX15" fmla="*/ 2833312 w 3844869"/>
              <a:gd name="connsiteY15" fmla="*/ 4248150 h 4248150"/>
              <a:gd name="connsiteX16" fmla="*/ 2673568 w 3844869"/>
              <a:gd name="connsiteY16" fmla="*/ 4248150 h 4248150"/>
              <a:gd name="connsiteX17" fmla="*/ 2339169 w 3844869"/>
              <a:gd name="connsiteY17" fmla="*/ 4248150 h 4248150"/>
              <a:gd name="connsiteX18" fmla="*/ 1993924 w 3844869"/>
              <a:gd name="connsiteY18" fmla="*/ 4248150 h 4248150"/>
              <a:gd name="connsiteX19" fmla="*/ 1648679 w 3844869"/>
              <a:gd name="connsiteY19" fmla="*/ 4248150 h 4248150"/>
              <a:gd name="connsiteX20" fmla="*/ 1314280 w 3844869"/>
              <a:gd name="connsiteY20" fmla="*/ 4248150 h 4248150"/>
              <a:gd name="connsiteX21" fmla="*/ 1154537 w 3844869"/>
              <a:gd name="connsiteY21" fmla="*/ 4248150 h 4248150"/>
              <a:gd name="connsiteX22" fmla="*/ 1001571 w 3844869"/>
              <a:gd name="connsiteY22" fmla="*/ 4248150 h 4248150"/>
              <a:gd name="connsiteX23" fmla="*/ 856740 w 3844869"/>
              <a:gd name="connsiteY23" fmla="*/ 4248150 h 4248150"/>
              <a:gd name="connsiteX24" fmla="*/ 721399 w 3844869"/>
              <a:gd name="connsiteY24" fmla="*/ 4248150 h 4248150"/>
              <a:gd name="connsiteX25" fmla="*/ 596903 w 3844869"/>
              <a:gd name="connsiteY25" fmla="*/ 4248150 h 4248150"/>
              <a:gd name="connsiteX26" fmla="*/ 484608 w 3844869"/>
              <a:gd name="connsiteY26" fmla="*/ 4248150 h 4248150"/>
              <a:gd name="connsiteX27" fmla="*/ 385870 w 3844869"/>
              <a:gd name="connsiteY27" fmla="*/ 4248150 h 4248150"/>
              <a:gd name="connsiteX28" fmla="*/ 302044 w 3844869"/>
              <a:gd name="connsiteY28" fmla="*/ 4248150 h 4248150"/>
              <a:gd name="connsiteX29" fmla="*/ 234486 w 3844869"/>
              <a:gd name="connsiteY29" fmla="*/ 4248150 h 4248150"/>
              <a:gd name="connsiteX30" fmla="*/ 184552 w 3844869"/>
              <a:gd name="connsiteY30" fmla="*/ 4248150 h 4248150"/>
              <a:gd name="connsiteX31" fmla="*/ 153598 w 3844869"/>
              <a:gd name="connsiteY31" fmla="*/ 4248150 h 4248150"/>
              <a:gd name="connsiteX32" fmla="*/ 142978 w 3844869"/>
              <a:gd name="connsiteY32" fmla="*/ 4248150 h 4248150"/>
              <a:gd name="connsiteX33" fmla="*/ 3723 w 3844869"/>
              <a:gd name="connsiteY33" fmla="*/ 4073176 h 4248150"/>
              <a:gd name="connsiteX34" fmla="*/ 911836 w 3844869"/>
              <a:gd name="connsiteY34" fmla="*/ 140303 h 4248150"/>
              <a:gd name="connsiteX35" fmla="*/ 1088144 w 3844869"/>
              <a:gd name="connsiteY35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844869" h="4248150">
                <a:moveTo>
                  <a:pt x="1088144" y="0"/>
                </a:moveTo>
                <a:lnTo>
                  <a:pt x="3682945" y="0"/>
                </a:lnTo>
                <a:cubicBezTo>
                  <a:pt x="3750025" y="0"/>
                  <a:pt x="3807568" y="40773"/>
                  <a:pt x="3832147" y="98892"/>
                </a:cubicBezTo>
                <a:lnTo>
                  <a:pt x="3844869" y="161920"/>
                </a:lnTo>
                <a:lnTo>
                  <a:pt x="3844869" y="4248150"/>
                </a:lnTo>
                <a:lnTo>
                  <a:pt x="3834251" y="4248150"/>
                </a:lnTo>
                <a:lnTo>
                  <a:pt x="3803296" y="4248150"/>
                </a:lnTo>
                <a:lnTo>
                  <a:pt x="3753362" y="4248150"/>
                </a:lnTo>
                <a:lnTo>
                  <a:pt x="3685804" y="4248150"/>
                </a:lnTo>
                <a:lnTo>
                  <a:pt x="3601979" y="4248150"/>
                </a:lnTo>
                <a:lnTo>
                  <a:pt x="3503240" y="4248150"/>
                </a:lnTo>
                <a:lnTo>
                  <a:pt x="3390945" y="4248150"/>
                </a:lnTo>
                <a:lnTo>
                  <a:pt x="3266450" y="4248150"/>
                </a:lnTo>
                <a:lnTo>
                  <a:pt x="3131108" y="4248150"/>
                </a:lnTo>
                <a:lnTo>
                  <a:pt x="2986277" y="4248150"/>
                </a:lnTo>
                <a:lnTo>
                  <a:pt x="2833312" y="4248150"/>
                </a:lnTo>
                <a:lnTo>
                  <a:pt x="2673568" y="4248150"/>
                </a:lnTo>
                <a:lnTo>
                  <a:pt x="2339169" y="4248150"/>
                </a:lnTo>
                <a:lnTo>
                  <a:pt x="1993924" y="4248150"/>
                </a:lnTo>
                <a:lnTo>
                  <a:pt x="1648679" y="4248150"/>
                </a:lnTo>
                <a:lnTo>
                  <a:pt x="1314280" y="4248150"/>
                </a:lnTo>
                <a:lnTo>
                  <a:pt x="1154537" y="4248150"/>
                </a:lnTo>
                <a:lnTo>
                  <a:pt x="1001571" y="4248150"/>
                </a:lnTo>
                <a:lnTo>
                  <a:pt x="856740" y="4248150"/>
                </a:lnTo>
                <a:lnTo>
                  <a:pt x="721399" y="4248150"/>
                </a:lnTo>
                <a:lnTo>
                  <a:pt x="596903" y="4248150"/>
                </a:lnTo>
                <a:lnTo>
                  <a:pt x="484608" y="4248150"/>
                </a:lnTo>
                <a:lnTo>
                  <a:pt x="385870" y="4248150"/>
                </a:lnTo>
                <a:lnTo>
                  <a:pt x="302044" y="4248150"/>
                </a:lnTo>
                <a:lnTo>
                  <a:pt x="234486" y="4248150"/>
                </a:lnTo>
                <a:lnTo>
                  <a:pt x="184552" y="4248150"/>
                </a:lnTo>
                <a:lnTo>
                  <a:pt x="153598" y="4248150"/>
                </a:lnTo>
                <a:lnTo>
                  <a:pt x="142978" y="4248150"/>
                </a:lnTo>
                <a:cubicBezTo>
                  <a:pt x="51062" y="4248150"/>
                  <a:pt x="-16946" y="4162711"/>
                  <a:pt x="3723" y="4073176"/>
                </a:cubicBezTo>
                <a:lnTo>
                  <a:pt x="911836" y="140303"/>
                </a:lnTo>
                <a:cubicBezTo>
                  <a:pt x="930791" y="58198"/>
                  <a:pt x="1003848" y="0"/>
                  <a:pt x="10881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972000" tIns="36000" rIns="36000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</p:spTree>
    <p:extLst>
      <p:ext uri="{BB962C8B-B14F-4D97-AF65-F5344CB8AC3E}">
        <p14:creationId xmlns:p14="http://schemas.microsoft.com/office/powerpoint/2010/main" val="378977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CE30FD-2A15-9F1E-3212-7B40EF714F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0 w 5488313"/>
              <a:gd name="connsiteY0" fmla="*/ 0 h 4248150"/>
              <a:gd name="connsiteX1" fmla="*/ 5345335 w 5488313"/>
              <a:gd name="connsiteY1" fmla="*/ 0 h 4248150"/>
              <a:gd name="connsiteX2" fmla="*/ 5484590 w 5488313"/>
              <a:gd name="connsiteY2" fmla="*/ 174974 h 4248150"/>
              <a:gd name="connsiteX3" fmla="*/ 4576572 w 5488313"/>
              <a:gd name="connsiteY3" fmla="*/ 4107847 h 4248150"/>
              <a:gd name="connsiteX4" fmla="*/ 4400265 w 5488313"/>
              <a:gd name="connsiteY4" fmla="*/ 4248150 h 4248150"/>
              <a:gd name="connsiteX5" fmla="*/ 161925 w 5488313"/>
              <a:gd name="connsiteY5" fmla="*/ 4248150 h 4248150"/>
              <a:gd name="connsiteX6" fmla="*/ 0 w 5488313"/>
              <a:gd name="connsiteY6" fmla="*/ 4086225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88313" h="4248150">
                <a:moveTo>
                  <a:pt x="0" y="0"/>
                </a:move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BD91-8A3B-43FC-8D9A-2F0365DD8796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225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37F89158-E616-E48E-2ED7-610A06995E4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9144900" cy="5146200"/>
          </a:xfrm>
          <a:solidFill>
            <a:schemeClr val="bg1">
              <a:lumMod val="85000"/>
            </a:schemeClr>
          </a:solidFill>
        </p:spPr>
        <p:txBody>
          <a:bodyPr lIns="36000" tIns="36000" rIns="36000"/>
          <a:lstStyle>
            <a:lvl1pPr marL="0" indent="0" algn="l">
              <a:buNone/>
              <a:defRPr sz="12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07FBD23F-DD26-C999-A894-5890BD8F9A91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55601" y="4773600"/>
            <a:ext cx="513792" cy="129383"/>
          </a:xfrm>
          <a:custGeom>
            <a:avLst/>
            <a:gdLst>
              <a:gd name="connsiteX0" fmla="*/ 1537233 w 2447659"/>
              <a:gd name="connsiteY0" fmla="*/ 337525 h 616369"/>
              <a:gd name="connsiteX1" fmla="*/ 1620074 w 2447659"/>
              <a:gd name="connsiteY1" fmla="*/ 337525 h 616369"/>
              <a:gd name="connsiteX2" fmla="*/ 1620074 w 2447659"/>
              <a:gd name="connsiteY2" fmla="*/ 496567 h 616369"/>
              <a:gd name="connsiteX3" fmla="*/ 1649638 w 2447659"/>
              <a:gd name="connsiteY3" fmla="*/ 526094 h 616369"/>
              <a:gd name="connsiteX4" fmla="*/ 1718519 w 2447659"/>
              <a:gd name="connsiteY4" fmla="*/ 526094 h 616369"/>
              <a:gd name="connsiteX5" fmla="*/ 1718519 w 2447659"/>
              <a:gd name="connsiteY5" fmla="*/ 608831 h 616369"/>
              <a:gd name="connsiteX6" fmla="*/ 1649638 w 2447659"/>
              <a:gd name="connsiteY6" fmla="*/ 608831 h 616369"/>
              <a:gd name="connsiteX7" fmla="*/ 1537233 w 2447659"/>
              <a:gd name="connsiteY7" fmla="*/ 496567 h 616369"/>
              <a:gd name="connsiteX8" fmla="*/ 1938615 w 2447659"/>
              <a:gd name="connsiteY8" fmla="*/ 310013 h 616369"/>
              <a:gd name="connsiteX9" fmla="*/ 1825969 w 2447659"/>
              <a:gd name="connsiteY9" fmla="*/ 422516 h 616369"/>
              <a:gd name="connsiteX10" fmla="*/ 1938615 w 2447659"/>
              <a:gd name="connsiteY10" fmla="*/ 535781 h 616369"/>
              <a:gd name="connsiteX11" fmla="*/ 2039838 w 2447659"/>
              <a:gd name="connsiteY11" fmla="*/ 480289 h 616369"/>
              <a:gd name="connsiteX12" fmla="*/ 2039838 w 2447659"/>
              <a:gd name="connsiteY12" fmla="*/ 366265 h 616369"/>
              <a:gd name="connsiteX13" fmla="*/ 1938615 w 2447659"/>
              <a:gd name="connsiteY13" fmla="*/ 310013 h 616369"/>
              <a:gd name="connsiteX14" fmla="*/ 982513 w 2447659"/>
              <a:gd name="connsiteY14" fmla="*/ 237043 h 616369"/>
              <a:gd name="connsiteX15" fmla="*/ 1066997 w 2447659"/>
              <a:gd name="connsiteY15" fmla="*/ 237043 h 616369"/>
              <a:gd name="connsiteX16" fmla="*/ 1066997 w 2447659"/>
              <a:gd name="connsiteY16" fmla="*/ 608764 h 616369"/>
              <a:gd name="connsiteX17" fmla="*/ 982513 w 2447659"/>
              <a:gd name="connsiteY17" fmla="*/ 608764 h 616369"/>
              <a:gd name="connsiteX18" fmla="*/ 554800 w 2447659"/>
              <a:gd name="connsiteY18" fmla="*/ 237043 h 616369"/>
              <a:gd name="connsiteX19" fmla="*/ 646886 w 2447659"/>
              <a:gd name="connsiteY19" fmla="*/ 237043 h 616369"/>
              <a:gd name="connsiteX20" fmla="*/ 747362 w 2447659"/>
              <a:gd name="connsiteY20" fmla="*/ 495500 h 616369"/>
              <a:gd name="connsiteX21" fmla="*/ 847063 w 2447659"/>
              <a:gd name="connsiteY21" fmla="*/ 237043 h 616369"/>
              <a:gd name="connsiteX22" fmla="*/ 939924 w 2447659"/>
              <a:gd name="connsiteY22" fmla="*/ 237043 h 616369"/>
              <a:gd name="connsiteX23" fmla="*/ 783900 w 2447659"/>
              <a:gd name="connsiteY23" fmla="*/ 608751 h 616369"/>
              <a:gd name="connsiteX24" fmla="*/ 710824 w 2447659"/>
              <a:gd name="connsiteY24" fmla="*/ 608751 h 616369"/>
              <a:gd name="connsiteX25" fmla="*/ 427713 w 2447659"/>
              <a:gd name="connsiteY25" fmla="*/ 237043 h 616369"/>
              <a:gd name="connsiteX26" fmla="*/ 512197 w 2447659"/>
              <a:gd name="connsiteY26" fmla="*/ 237043 h 616369"/>
              <a:gd name="connsiteX27" fmla="*/ 512197 w 2447659"/>
              <a:gd name="connsiteY27" fmla="*/ 608764 h 616369"/>
              <a:gd name="connsiteX28" fmla="*/ 427713 w 2447659"/>
              <a:gd name="connsiteY28" fmla="*/ 608764 h 616369"/>
              <a:gd name="connsiteX29" fmla="*/ 0 w 2447659"/>
              <a:gd name="connsiteY29" fmla="*/ 237043 h 616369"/>
              <a:gd name="connsiteX30" fmla="*/ 92100 w 2447659"/>
              <a:gd name="connsiteY30" fmla="*/ 237043 h 616369"/>
              <a:gd name="connsiteX31" fmla="*/ 192562 w 2447659"/>
              <a:gd name="connsiteY31" fmla="*/ 495500 h 616369"/>
              <a:gd name="connsiteX32" fmla="*/ 292263 w 2447659"/>
              <a:gd name="connsiteY32" fmla="*/ 237043 h 616369"/>
              <a:gd name="connsiteX33" fmla="*/ 385124 w 2447659"/>
              <a:gd name="connsiteY33" fmla="*/ 237043 h 616369"/>
              <a:gd name="connsiteX34" fmla="*/ 229100 w 2447659"/>
              <a:gd name="connsiteY34" fmla="*/ 608751 h 616369"/>
              <a:gd name="connsiteX35" fmla="*/ 156024 w 2447659"/>
              <a:gd name="connsiteY35" fmla="*/ 608751 h 616369"/>
              <a:gd name="connsiteX36" fmla="*/ 1921100 w 2447659"/>
              <a:gd name="connsiteY36" fmla="*/ 229451 h 616369"/>
              <a:gd name="connsiteX37" fmla="*/ 2039838 w 2447659"/>
              <a:gd name="connsiteY37" fmla="*/ 287210 h 616369"/>
              <a:gd name="connsiteX38" fmla="*/ 2039838 w 2447659"/>
              <a:gd name="connsiteY38" fmla="*/ 237042 h 616369"/>
              <a:gd name="connsiteX39" fmla="*/ 2124322 w 2447659"/>
              <a:gd name="connsiteY39" fmla="*/ 237042 h 616369"/>
              <a:gd name="connsiteX40" fmla="*/ 2124322 w 2447659"/>
              <a:gd name="connsiteY40" fmla="*/ 608764 h 616369"/>
              <a:gd name="connsiteX41" fmla="*/ 2039838 w 2447659"/>
              <a:gd name="connsiteY41" fmla="*/ 608764 h 616369"/>
              <a:gd name="connsiteX42" fmla="*/ 2039838 w 2447659"/>
              <a:gd name="connsiteY42" fmla="*/ 558596 h 616369"/>
              <a:gd name="connsiteX43" fmla="*/ 1921100 w 2447659"/>
              <a:gd name="connsiteY43" fmla="*/ 616369 h 616369"/>
              <a:gd name="connsiteX44" fmla="*/ 1742246 w 2447659"/>
              <a:gd name="connsiteY44" fmla="*/ 422530 h 616369"/>
              <a:gd name="connsiteX45" fmla="*/ 1921100 w 2447659"/>
              <a:gd name="connsiteY45" fmla="*/ 229451 h 616369"/>
              <a:gd name="connsiteX46" fmla="*/ 1312088 w 2447659"/>
              <a:gd name="connsiteY46" fmla="*/ 229437 h 616369"/>
              <a:gd name="connsiteX47" fmla="*/ 1490181 w 2447659"/>
              <a:gd name="connsiteY47" fmla="*/ 370067 h 616369"/>
              <a:gd name="connsiteX48" fmla="*/ 1403412 w 2447659"/>
              <a:gd name="connsiteY48" fmla="*/ 370067 h 616369"/>
              <a:gd name="connsiteX49" fmla="*/ 1312075 w 2447659"/>
              <a:gd name="connsiteY49" fmla="*/ 310773 h 616369"/>
              <a:gd name="connsiteX50" fmla="*/ 1203236 w 2447659"/>
              <a:gd name="connsiteY50" fmla="*/ 423277 h 616369"/>
              <a:gd name="connsiteX51" fmla="*/ 1312075 w 2447659"/>
              <a:gd name="connsiteY51" fmla="*/ 535020 h 616369"/>
              <a:gd name="connsiteX52" fmla="*/ 1312075 w 2447659"/>
              <a:gd name="connsiteY52" fmla="*/ 535007 h 616369"/>
              <a:gd name="connsiteX53" fmla="*/ 1404174 w 2447659"/>
              <a:gd name="connsiteY53" fmla="*/ 472684 h 616369"/>
              <a:gd name="connsiteX54" fmla="*/ 1490943 w 2447659"/>
              <a:gd name="connsiteY54" fmla="*/ 472684 h 616369"/>
              <a:gd name="connsiteX55" fmla="*/ 1312088 w 2447659"/>
              <a:gd name="connsiteY55" fmla="*/ 616356 h 616369"/>
              <a:gd name="connsiteX56" fmla="*/ 1119526 w 2447659"/>
              <a:gd name="connsiteY56" fmla="*/ 423277 h 616369"/>
              <a:gd name="connsiteX57" fmla="*/ 1312088 w 2447659"/>
              <a:gd name="connsiteY57" fmla="*/ 229437 h 616369"/>
              <a:gd name="connsiteX58" fmla="*/ 1537233 w 2447659"/>
              <a:gd name="connsiteY58" fmla="*/ 142965 h 616369"/>
              <a:gd name="connsiteX59" fmla="*/ 1620074 w 2447659"/>
              <a:gd name="connsiteY59" fmla="*/ 142965 h 616369"/>
              <a:gd name="connsiteX60" fmla="*/ 1620074 w 2447659"/>
              <a:gd name="connsiteY60" fmla="*/ 207382 h 616369"/>
              <a:gd name="connsiteX61" fmla="*/ 1649638 w 2447659"/>
              <a:gd name="connsiteY61" fmla="*/ 236909 h 616369"/>
              <a:gd name="connsiteX62" fmla="*/ 1718519 w 2447659"/>
              <a:gd name="connsiteY62" fmla="*/ 236909 h 616369"/>
              <a:gd name="connsiteX63" fmla="*/ 1718519 w 2447659"/>
              <a:gd name="connsiteY63" fmla="*/ 319646 h 616369"/>
              <a:gd name="connsiteX64" fmla="*/ 1649638 w 2447659"/>
              <a:gd name="connsiteY64" fmla="*/ 319646 h 616369"/>
              <a:gd name="connsiteX65" fmla="*/ 1537233 w 2447659"/>
              <a:gd name="connsiteY65" fmla="*/ 207382 h 616369"/>
              <a:gd name="connsiteX66" fmla="*/ 1024755 w 2447659"/>
              <a:gd name="connsiteY66" fmla="*/ 98187 h 616369"/>
              <a:gd name="connsiteX67" fmla="*/ 1078233 w 2447659"/>
              <a:gd name="connsiteY67" fmla="*/ 151597 h 616369"/>
              <a:gd name="connsiteX68" fmla="*/ 1024755 w 2447659"/>
              <a:gd name="connsiteY68" fmla="*/ 205007 h 616369"/>
              <a:gd name="connsiteX69" fmla="*/ 971278 w 2447659"/>
              <a:gd name="connsiteY69" fmla="*/ 151597 h 616369"/>
              <a:gd name="connsiteX70" fmla="*/ 1024755 w 2447659"/>
              <a:gd name="connsiteY70" fmla="*/ 98187 h 616369"/>
              <a:gd name="connsiteX71" fmla="*/ 469955 w 2447659"/>
              <a:gd name="connsiteY71" fmla="*/ 98187 h 616369"/>
              <a:gd name="connsiteX72" fmla="*/ 523432 w 2447659"/>
              <a:gd name="connsiteY72" fmla="*/ 151597 h 616369"/>
              <a:gd name="connsiteX73" fmla="*/ 469955 w 2447659"/>
              <a:gd name="connsiteY73" fmla="*/ 205007 h 616369"/>
              <a:gd name="connsiteX74" fmla="*/ 416477 w 2447659"/>
              <a:gd name="connsiteY74" fmla="*/ 151597 h 616369"/>
              <a:gd name="connsiteX75" fmla="*/ 469955 w 2447659"/>
              <a:gd name="connsiteY75" fmla="*/ 98187 h 616369"/>
              <a:gd name="connsiteX76" fmla="*/ 2287587 w 2447659"/>
              <a:gd name="connsiteY76" fmla="*/ 87874 h 616369"/>
              <a:gd name="connsiteX77" fmla="*/ 2287587 w 2447659"/>
              <a:gd name="connsiteY77" fmla="*/ 87914 h 616369"/>
              <a:gd name="connsiteX78" fmla="*/ 2279078 w 2447659"/>
              <a:gd name="connsiteY78" fmla="*/ 121417 h 616369"/>
              <a:gd name="connsiteX79" fmla="*/ 2260602 w 2447659"/>
              <a:gd name="connsiteY79" fmla="*/ 139509 h 616369"/>
              <a:gd name="connsiteX80" fmla="*/ 2224918 w 2447659"/>
              <a:gd name="connsiteY80" fmla="*/ 147795 h 616369"/>
              <a:gd name="connsiteX81" fmla="*/ 2224918 w 2447659"/>
              <a:gd name="connsiteY81" fmla="*/ 152945 h 616369"/>
              <a:gd name="connsiteX82" fmla="*/ 2260602 w 2447659"/>
              <a:gd name="connsiteY82" fmla="*/ 161231 h 616369"/>
              <a:gd name="connsiteX83" fmla="*/ 2279078 w 2447659"/>
              <a:gd name="connsiteY83" fmla="*/ 179323 h 616369"/>
              <a:gd name="connsiteX84" fmla="*/ 2287587 w 2447659"/>
              <a:gd name="connsiteY84" fmla="*/ 212826 h 616369"/>
              <a:gd name="connsiteX85" fmla="*/ 2287587 w 2447659"/>
              <a:gd name="connsiteY85" fmla="*/ 212866 h 616369"/>
              <a:gd name="connsiteX86" fmla="*/ 2293278 w 2447659"/>
              <a:gd name="connsiteY86" fmla="*/ 212866 h 616369"/>
              <a:gd name="connsiteX87" fmla="*/ 2293278 w 2447659"/>
              <a:gd name="connsiteY87" fmla="*/ 212826 h 616369"/>
              <a:gd name="connsiteX88" fmla="*/ 2301788 w 2447659"/>
              <a:gd name="connsiteY88" fmla="*/ 179323 h 616369"/>
              <a:gd name="connsiteX89" fmla="*/ 2320264 w 2447659"/>
              <a:gd name="connsiteY89" fmla="*/ 161231 h 616369"/>
              <a:gd name="connsiteX90" fmla="*/ 2355947 w 2447659"/>
              <a:gd name="connsiteY90" fmla="*/ 152945 h 616369"/>
              <a:gd name="connsiteX91" fmla="*/ 2355947 w 2447659"/>
              <a:gd name="connsiteY91" fmla="*/ 147795 h 616369"/>
              <a:gd name="connsiteX92" fmla="*/ 2320264 w 2447659"/>
              <a:gd name="connsiteY92" fmla="*/ 139509 h 616369"/>
              <a:gd name="connsiteX93" fmla="*/ 2301788 w 2447659"/>
              <a:gd name="connsiteY93" fmla="*/ 121417 h 616369"/>
              <a:gd name="connsiteX94" fmla="*/ 2293278 w 2447659"/>
              <a:gd name="connsiteY94" fmla="*/ 87914 h 616369"/>
              <a:gd name="connsiteX95" fmla="*/ 2293278 w 2447659"/>
              <a:gd name="connsiteY95" fmla="*/ 87874 h 616369"/>
              <a:gd name="connsiteX96" fmla="*/ 2287587 w 2447659"/>
              <a:gd name="connsiteY96" fmla="*/ 87874 h 616369"/>
              <a:gd name="connsiteX97" fmla="*/ 2261604 w 2447659"/>
              <a:gd name="connsiteY97" fmla="*/ 0 h 616369"/>
              <a:gd name="connsiteX98" fmla="*/ 2289177 w 2447659"/>
              <a:gd name="connsiteY98" fmla="*/ 0 h 616369"/>
              <a:gd name="connsiteX99" fmla="*/ 2316751 w 2447659"/>
              <a:gd name="connsiteY99" fmla="*/ 0 h 616369"/>
              <a:gd name="connsiteX100" fmla="*/ 2316751 w 2447659"/>
              <a:gd name="connsiteY100" fmla="*/ 85112 h 616369"/>
              <a:gd name="connsiteX101" fmla="*/ 2352674 w 2447659"/>
              <a:gd name="connsiteY101" fmla="*/ 49234 h 616369"/>
              <a:gd name="connsiteX102" fmla="*/ 2391670 w 2447659"/>
              <a:gd name="connsiteY102" fmla="*/ 88181 h 616369"/>
              <a:gd name="connsiteX103" fmla="*/ 2355747 w 2447659"/>
              <a:gd name="connsiteY103" fmla="*/ 124059 h 616369"/>
              <a:gd name="connsiteX104" fmla="*/ 2447659 w 2447659"/>
              <a:gd name="connsiteY104" fmla="*/ 124059 h 616369"/>
              <a:gd name="connsiteX105" fmla="*/ 2447659 w 2447659"/>
              <a:gd name="connsiteY105" fmla="*/ 132664 h 616369"/>
              <a:gd name="connsiteX106" fmla="*/ 2447659 w 2447659"/>
              <a:gd name="connsiteY106" fmla="*/ 151597 h 616369"/>
              <a:gd name="connsiteX107" fmla="*/ 2447659 w 2447659"/>
              <a:gd name="connsiteY107" fmla="*/ 170530 h 616369"/>
              <a:gd name="connsiteX108" fmla="*/ 2447659 w 2447659"/>
              <a:gd name="connsiteY108" fmla="*/ 179136 h 616369"/>
              <a:gd name="connsiteX109" fmla="*/ 2355747 w 2447659"/>
              <a:gd name="connsiteY109" fmla="*/ 179136 h 616369"/>
              <a:gd name="connsiteX110" fmla="*/ 2391670 w 2447659"/>
              <a:gd name="connsiteY110" fmla="*/ 215014 h 616369"/>
              <a:gd name="connsiteX111" fmla="*/ 2352674 w 2447659"/>
              <a:gd name="connsiteY111" fmla="*/ 253961 h 616369"/>
              <a:gd name="connsiteX112" fmla="*/ 2316751 w 2447659"/>
              <a:gd name="connsiteY112" fmla="*/ 218083 h 616369"/>
              <a:gd name="connsiteX113" fmla="*/ 2316751 w 2447659"/>
              <a:gd name="connsiteY113" fmla="*/ 303195 h 616369"/>
              <a:gd name="connsiteX114" fmla="*/ 2261604 w 2447659"/>
              <a:gd name="connsiteY114" fmla="*/ 303195 h 616369"/>
              <a:gd name="connsiteX115" fmla="*/ 2261604 w 2447659"/>
              <a:gd name="connsiteY115" fmla="*/ 218083 h 616369"/>
              <a:gd name="connsiteX116" fmla="*/ 2225680 w 2447659"/>
              <a:gd name="connsiteY116" fmla="*/ 253961 h 616369"/>
              <a:gd name="connsiteX117" fmla="*/ 2186684 w 2447659"/>
              <a:gd name="connsiteY117" fmla="*/ 215014 h 616369"/>
              <a:gd name="connsiteX118" fmla="*/ 2222608 w 2447659"/>
              <a:gd name="connsiteY118" fmla="*/ 179136 h 616369"/>
              <a:gd name="connsiteX119" fmla="*/ 2130695 w 2447659"/>
              <a:gd name="connsiteY119" fmla="*/ 179136 h 616369"/>
              <a:gd name="connsiteX120" fmla="*/ 2130695 w 2447659"/>
              <a:gd name="connsiteY120" fmla="*/ 124059 h 616369"/>
              <a:gd name="connsiteX121" fmla="*/ 2222608 w 2447659"/>
              <a:gd name="connsiteY121" fmla="*/ 124059 h 616369"/>
              <a:gd name="connsiteX122" fmla="*/ 2186684 w 2447659"/>
              <a:gd name="connsiteY122" fmla="*/ 88181 h 616369"/>
              <a:gd name="connsiteX123" fmla="*/ 2225680 w 2447659"/>
              <a:gd name="connsiteY123" fmla="*/ 49234 h 616369"/>
              <a:gd name="connsiteX124" fmla="*/ 2261604 w 2447659"/>
              <a:gd name="connsiteY124" fmla="*/ 85112 h 61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2447659" h="616369">
                <a:moveTo>
                  <a:pt x="1537233" y="337525"/>
                </a:moveTo>
                <a:lnTo>
                  <a:pt x="1620074" y="337525"/>
                </a:lnTo>
                <a:lnTo>
                  <a:pt x="1620074" y="496567"/>
                </a:lnTo>
                <a:cubicBezTo>
                  <a:pt x="1620074" y="512858"/>
                  <a:pt x="1633340" y="526094"/>
                  <a:pt x="1649638" y="526094"/>
                </a:cubicBezTo>
                <a:lnTo>
                  <a:pt x="1718519" y="526094"/>
                </a:lnTo>
                <a:lnTo>
                  <a:pt x="1718519" y="608831"/>
                </a:lnTo>
                <a:lnTo>
                  <a:pt x="1649638" y="608831"/>
                </a:lnTo>
                <a:cubicBezTo>
                  <a:pt x="1587651" y="608831"/>
                  <a:pt x="1537233" y="558463"/>
                  <a:pt x="1537233" y="496567"/>
                </a:cubicBezTo>
                <a:close/>
                <a:moveTo>
                  <a:pt x="1938615" y="310013"/>
                </a:moveTo>
                <a:cubicBezTo>
                  <a:pt x="1874677" y="310013"/>
                  <a:pt x="1825969" y="357899"/>
                  <a:pt x="1825969" y="422516"/>
                </a:cubicBezTo>
                <a:cubicBezTo>
                  <a:pt x="1825969" y="487134"/>
                  <a:pt x="1874677" y="535781"/>
                  <a:pt x="1938615" y="535781"/>
                </a:cubicBezTo>
                <a:cubicBezTo>
                  <a:pt x="1980469" y="535781"/>
                  <a:pt x="2021562" y="512218"/>
                  <a:pt x="2039838" y="480289"/>
                </a:cubicBezTo>
                <a:lnTo>
                  <a:pt x="2039838" y="366265"/>
                </a:lnTo>
                <a:cubicBezTo>
                  <a:pt x="2021576" y="333575"/>
                  <a:pt x="1981231" y="310013"/>
                  <a:pt x="1938615" y="310013"/>
                </a:cubicBezTo>
                <a:close/>
                <a:moveTo>
                  <a:pt x="982513" y="237043"/>
                </a:moveTo>
                <a:lnTo>
                  <a:pt x="1066997" y="237043"/>
                </a:lnTo>
                <a:lnTo>
                  <a:pt x="1066997" y="608764"/>
                </a:lnTo>
                <a:lnTo>
                  <a:pt x="982513" y="608764"/>
                </a:lnTo>
                <a:close/>
                <a:moveTo>
                  <a:pt x="554800" y="237043"/>
                </a:moveTo>
                <a:lnTo>
                  <a:pt x="646886" y="237043"/>
                </a:lnTo>
                <a:lnTo>
                  <a:pt x="747362" y="495500"/>
                </a:lnTo>
                <a:lnTo>
                  <a:pt x="847063" y="237043"/>
                </a:lnTo>
                <a:lnTo>
                  <a:pt x="939924" y="237043"/>
                </a:lnTo>
                <a:lnTo>
                  <a:pt x="783900" y="608751"/>
                </a:lnTo>
                <a:lnTo>
                  <a:pt x="710824" y="608751"/>
                </a:lnTo>
                <a:close/>
                <a:moveTo>
                  <a:pt x="427713" y="237043"/>
                </a:moveTo>
                <a:lnTo>
                  <a:pt x="512197" y="237043"/>
                </a:lnTo>
                <a:lnTo>
                  <a:pt x="512197" y="608764"/>
                </a:lnTo>
                <a:lnTo>
                  <a:pt x="427713" y="608764"/>
                </a:lnTo>
                <a:close/>
                <a:moveTo>
                  <a:pt x="0" y="237043"/>
                </a:moveTo>
                <a:lnTo>
                  <a:pt x="92100" y="237043"/>
                </a:lnTo>
                <a:lnTo>
                  <a:pt x="192562" y="495500"/>
                </a:lnTo>
                <a:lnTo>
                  <a:pt x="292263" y="237043"/>
                </a:lnTo>
                <a:lnTo>
                  <a:pt x="385124" y="237043"/>
                </a:lnTo>
                <a:lnTo>
                  <a:pt x="229100" y="608751"/>
                </a:lnTo>
                <a:lnTo>
                  <a:pt x="156024" y="608751"/>
                </a:lnTo>
                <a:close/>
                <a:moveTo>
                  <a:pt x="1921100" y="229451"/>
                </a:moveTo>
                <a:cubicBezTo>
                  <a:pt x="1970570" y="229451"/>
                  <a:pt x="2020040" y="253774"/>
                  <a:pt x="2039838" y="287210"/>
                </a:cubicBezTo>
                <a:lnTo>
                  <a:pt x="2039838" y="237042"/>
                </a:lnTo>
                <a:lnTo>
                  <a:pt x="2124322" y="237042"/>
                </a:lnTo>
                <a:lnTo>
                  <a:pt x="2124322" y="608764"/>
                </a:lnTo>
                <a:lnTo>
                  <a:pt x="2039838" y="608764"/>
                </a:lnTo>
                <a:lnTo>
                  <a:pt x="2039838" y="558596"/>
                </a:lnTo>
                <a:cubicBezTo>
                  <a:pt x="2020040" y="592046"/>
                  <a:pt x="1970570" y="616369"/>
                  <a:pt x="1921100" y="616369"/>
                </a:cubicBezTo>
                <a:cubicBezTo>
                  <a:pt x="1820638" y="616369"/>
                  <a:pt x="1742246" y="530471"/>
                  <a:pt x="1742246" y="422530"/>
                </a:cubicBezTo>
                <a:cubicBezTo>
                  <a:pt x="1742246" y="314589"/>
                  <a:pt x="1820638" y="229451"/>
                  <a:pt x="1921100" y="229451"/>
                </a:cubicBezTo>
                <a:close/>
                <a:moveTo>
                  <a:pt x="1312088" y="229437"/>
                </a:moveTo>
                <a:cubicBezTo>
                  <a:pt x="1401890" y="229437"/>
                  <a:pt x="1478759" y="289492"/>
                  <a:pt x="1490181" y="370067"/>
                </a:cubicBezTo>
                <a:lnTo>
                  <a:pt x="1403412" y="370067"/>
                </a:lnTo>
                <a:cubicBezTo>
                  <a:pt x="1394275" y="335857"/>
                  <a:pt x="1356214" y="310773"/>
                  <a:pt x="1312075" y="310773"/>
                </a:cubicBezTo>
                <a:cubicBezTo>
                  <a:pt x="1250421" y="310773"/>
                  <a:pt x="1203236" y="360180"/>
                  <a:pt x="1203236" y="423277"/>
                </a:cubicBezTo>
                <a:cubicBezTo>
                  <a:pt x="1203236" y="486373"/>
                  <a:pt x="1250421" y="535020"/>
                  <a:pt x="1312075" y="535020"/>
                </a:cubicBezTo>
                <a:lnTo>
                  <a:pt x="1312075" y="535007"/>
                </a:lnTo>
                <a:cubicBezTo>
                  <a:pt x="1356227" y="535007"/>
                  <a:pt x="1395036" y="509923"/>
                  <a:pt x="1404174" y="472684"/>
                </a:cubicBezTo>
                <a:lnTo>
                  <a:pt x="1490943" y="472684"/>
                </a:lnTo>
                <a:cubicBezTo>
                  <a:pt x="1481057" y="557062"/>
                  <a:pt x="1402664" y="616356"/>
                  <a:pt x="1312088" y="616356"/>
                </a:cubicBezTo>
                <a:cubicBezTo>
                  <a:pt x="1203249" y="616356"/>
                  <a:pt x="1119526" y="533499"/>
                  <a:pt x="1119526" y="423277"/>
                </a:cubicBezTo>
                <a:cubicBezTo>
                  <a:pt x="1119526" y="313055"/>
                  <a:pt x="1203249" y="229437"/>
                  <a:pt x="1312088" y="229437"/>
                </a:cubicBezTo>
                <a:close/>
                <a:moveTo>
                  <a:pt x="1537233" y="142965"/>
                </a:moveTo>
                <a:lnTo>
                  <a:pt x="1620074" y="142965"/>
                </a:lnTo>
                <a:lnTo>
                  <a:pt x="1620074" y="207382"/>
                </a:lnTo>
                <a:cubicBezTo>
                  <a:pt x="1620074" y="223673"/>
                  <a:pt x="1633340" y="236909"/>
                  <a:pt x="1649638" y="236909"/>
                </a:cubicBezTo>
                <a:lnTo>
                  <a:pt x="1718519" y="236909"/>
                </a:lnTo>
                <a:lnTo>
                  <a:pt x="1718519" y="319646"/>
                </a:lnTo>
                <a:lnTo>
                  <a:pt x="1649638" y="319646"/>
                </a:lnTo>
                <a:cubicBezTo>
                  <a:pt x="1587651" y="319646"/>
                  <a:pt x="1537233" y="269278"/>
                  <a:pt x="1537233" y="207382"/>
                </a:cubicBezTo>
                <a:close/>
                <a:moveTo>
                  <a:pt x="1024755" y="98187"/>
                </a:moveTo>
                <a:cubicBezTo>
                  <a:pt x="1054293" y="98187"/>
                  <a:pt x="1078233" y="122097"/>
                  <a:pt x="1078233" y="151597"/>
                </a:cubicBezTo>
                <a:cubicBezTo>
                  <a:pt x="1078233" y="181098"/>
                  <a:pt x="1054293" y="205007"/>
                  <a:pt x="1024755" y="205007"/>
                </a:cubicBezTo>
                <a:cubicBezTo>
                  <a:pt x="995218" y="205007"/>
                  <a:pt x="971278" y="181098"/>
                  <a:pt x="971278" y="151597"/>
                </a:cubicBezTo>
                <a:cubicBezTo>
                  <a:pt x="971278" y="122097"/>
                  <a:pt x="995218" y="98187"/>
                  <a:pt x="1024755" y="98187"/>
                </a:cubicBezTo>
                <a:close/>
                <a:moveTo>
                  <a:pt x="469955" y="98187"/>
                </a:moveTo>
                <a:cubicBezTo>
                  <a:pt x="499492" y="98187"/>
                  <a:pt x="523432" y="122097"/>
                  <a:pt x="523432" y="151597"/>
                </a:cubicBezTo>
                <a:cubicBezTo>
                  <a:pt x="523432" y="181098"/>
                  <a:pt x="499492" y="205007"/>
                  <a:pt x="469955" y="205007"/>
                </a:cubicBezTo>
                <a:cubicBezTo>
                  <a:pt x="440417" y="205007"/>
                  <a:pt x="416477" y="181098"/>
                  <a:pt x="416477" y="151597"/>
                </a:cubicBezTo>
                <a:cubicBezTo>
                  <a:pt x="416477" y="122097"/>
                  <a:pt x="440417" y="98187"/>
                  <a:pt x="469955" y="98187"/>
                </a:cubicBezTo>
                <a:close/>
                <a:moveTo>
                  <a:pt x="2287587" y="87874"/>
                </a:moveTo>
                <a:lnTo>
                  <a:pt x="2287587" y="87914"/>
                </a:lnTo>
                <a:lnTo>
                  <a:pt x="2279078" y="121417"/>
                </a:lnTo>
                <a:cubicBezTo>
                  <a:pt x="2276793" y="130423"/>
                  <a:pt x="2269659" y="137401"/>
                  <a:pt x="2260602" y="139509"/>
                </a:cubicBezTo>
                <a:cubicBezTo>
                  <a:pt x="2260602" y="139509"/>
                  <a:pt x="2224918" y="147795"/>
                  <a:pt x="2224918" y="147795"/>
                </a:cubicBezTo>
                <a:lnTo>
                  <a:pt x="2224918" y="152945"/>
                </a:lnTo>
                <a:lnTo>
                  <a:pt x="2260602" y="161231"/>
                </a:lnTo>
                <a:cubicBezTo>
                  <a:pt x="2269659" y="163339"/>
                  <a:pt x="2276793" y="170317"/>
                  <a:pt x="2279078" y="179323"/>
                </a:cubicBezTo>
                <a:cubicBezTo>
                  <a:pt x="2279078" y="179323"/>
                  <a:pt x="2287587" y="212826"/>
                  <a:pt x="2287587" y="212826"/>
                </a:cubicBezTo>
                <a:lnTo>
                  <a:pt x="2287587" y="212866"/>
                </a:lnTo>
                <a:cubicBezTo>
                  <a:pt x="2287587" y="212866"/>
                  <a:pt x="2293278" y="212866"/>
                  <a:pt x="2293278" y="212866"/>
                </a:cubicBezTo>
                <a:lnTo>
                  <a:pt x="2293278" y="212826"/>
                </a:lnTo>
                <a:lnTo>
                  <a:pt x="2301788" y="179323"/>
                </a:lnTo>
                <a:cubicBezTo>
                  <a:pt x="2304073" y="170317"/>
                  <a:pt x="2311207" y="163339"/>
                  <a:pt x="2320264" y="161231"/>
                </a:cubicBezTo>
                <a:lnTo>
                  <a:pt x="2355947" y="152945"/>
                </a:lnTo>
                <a:lnTo>
                  <a:pt x="2355947" y="147795"/>
                </a:lnTo>
                <a:lnTo>
                  <a:pt x="2320264" y="139509"/>
                </a:lnTo>
                <a:cubicBezTo>
                  <a:pt x="2311207" y="137401"/>
                  <a:pt x="2304073" y="130423"/>
                  <a:pt x="2301788" y="121417"/>
                </a:cubicBezTo>
                <a:cubicBezTo>
                  <a:pt x="2301788" y="121417"/>
                  <a:pt x="2293278" y="87914"/>
                  <a:pt x="2293278" y="87914"/>
                </a:cubicBezTo>
                <a:lnTo>
                  <a:pt x="2293278" y="87874"/>
                </a:lnTo>
                <a:cubicBezTo>
                  <a:pt x="2293278" y="87874"/>
                  <a:pt x="2287587" y="87874"/>
                  <a:pt x="2287587" y="87874"/>
                </a:cubicBezTo>
                <a:close/>
                <a:moveTo>
                  <a:pt x="2261604" y="0"/>
                </a:moveTo>
                <a:lnTo>
                  <a:pt x="2289177" y="0"/>
                </a:lnTo>
                <a:lnTo>
                  <a:pt x="2316751" y="0"/>
                </a:lnTo>
                <a:lnTo>
                  <a:pt x="2316751" y="85112"/>
                </a:lnTo>
                <a:lnTo>
                  <a:pt x="2352674" y="49234"/>
                </a:lnTo>
                <a:lnTo>
                  <a:pt x="2391670" y="88181"/>
                </a:lnTo>
                <a:cubicBezTo>
                  <a:pt x="2391670" y="88181"/>
                  <a:pt x="2355747" y="124059"/>
                  <a:pt x="2355747" y="124059"/>
                </a:cubicBezTo>
                <a:lnTo>
                  <a:pt x="2447659" y="124059"/>
                </a:lnTo>
                <a:lnTo>
                  <a:pt x="2447659" y="132664"/>
                </a:lnTo>
                <a:lnTo>
                  <a:pt x="2447659" y="151597"/>
                </a:lnTo>
                <a:lnTo>
                  <a:pt x="2447659" y="170530"/>
                </a:lnTo>
                <a:lnTo>
                  <a:pt x="2447659" y="179136"/>
                </a:lnTo>
                <a:lnTo>
                  <a:pt x="2355747" y="179136"/>
                </a:lnTo>
                <a:lnTo>
                  <a:pt x="2391670" y="215014"/>
                </a:lnTo>
                <a:lnTo>
                  <a:pt x="2352674" y="253961"/>
                </a:lnTo>
                <a:cubicBezTo>
                  <a:pt x="2352674" y="253961"/>
                  <a:pt x="2316751" y="218083"/>
                  <a:pt x="2316751" y="218083"/>
                </a:cubicBezTo>
                <a:lnTo>
                  <a:pt x="2316751" y="303195"/>
                </a:lnTo>
                <a:cubicBezTo>
                  <a:pt x="2316751" y="303195"/>
                  <a:pt x="2261604" y="303195"/>
                  <a:pt x="2261604" y="303195"/>
                </a:cubicBezTo>
                <a:lnTo>
                  <a:pt x="2261604" y="218083"/>
                </a:lnTo>
                <a:lnTo>
                  <a:pt x="2225680" y="253961"/>
                </a:lnTo>
                <a:lnTo>
                  <a:pt x="2186684" y="215014"/>
                </a:lnTo>
                <a:cubicBezTo>
                  <a:pt x="2186684" y="215014"/>
                  <a:pt x="2222608" y="179136"/>
                  <a:pt x="2222608" y="179136"/>
                </a:cubicBezTo>
                <a:lnTo>
                  <a:pt x="2130695" y="179136"/>
                </a:lnTo>
                <a:cubicBezTo>
                  <a:pt x="2130695" y="179136"/>
                  <a:pt x="2130695" y="124059"/>
                  <a:pt x="2130695" y="124059"/>
                </a:cubicBezTo>
                <a:lnTo>
                  <a:pt x="2222608" y="124059"/>
                </a:lnTo>
                <a:lnTo>
                  <a:pt x="2186684" y="88181"/>
                </a:lnTo>
                <a:lnTo>
                  <a:pt x="2225680" y="49234"/>
                </a:lnTo>
                <a:cubicBezTo>
                  <a:pt x="2225680" y="49234"/>
                  <a:pt x="2261604" y="85112"/>
                  <a:pt x="2261604" y="8511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GB" noProof="0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0F3788-9310-2BDB-FFC8-CD0F90784F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255588" y="255600"/>
            <a:ext cx="5488313" cy="4248150"/>
          </a:xfrm>
          <a:custGeom>
            <a:avLst/>
            <a:gdLst>
              <a:gd name="connsiteX0" fmla="*/ 0 w 5488313"/>
              <a:gd name="connsiteY0" fmla="*/ 0 h 4248150"/>
              <a:gd name="connsiteX1" fmla="*/ 5345335 w 5488313"/>
              <a:gd name="connsiteY1" fmla="*/ 0 h 4248150"/>
              <a:gd name="connsiteX2" fmla="*/ 5484590 w 5488313"/>
              <a:gd name="connsiteY2" fmla="*/ 174974 h 4248150"/>
              <a:gd name="connsiteX3" fmla="*/ 4576572 w 5488313"/>
              <a:gd name="connsiteY3" fmla="*/ 4107847 h 4248150"/>
              <a:gd name="connsiteX4" fmla="*/ 4400265 w 5488313"/>
              <a:gd name="connsiteY4" fmla="*/ 4248150 h 4248150"/>
              <a:gd name="connsiteX5" fmla="*/ 161925 w 5488313"/>
              <a:gd name="connsiteY5" fmla="*/ 4248150 h 4248150"/>
              <a:gd name="connsiteX6" fmla="*/ 0 w 5488313"/>
              <a:gd name="connsiteY6" fmla="*/ 4086225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88313" h="4248150">
                <a:moveTo>
                  <a:pt x="0" y="0"/>
                </a:move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 sz="600">
                <a:noFill/>
                <a:latin typeface="+mn-lt"/>
              </a:defRPr>
            </a:lvl1pPr>
            <a:lvl2pPr marL="0" indent="0">
              <a:buFontTx/>
              <a:buNone/>
              <a:defRPr sz="600">
                <a:noFill/>
                <a:latin typeface="+mn-lt"/>
              </a:defRPr>
            </a:lvl2pPr>
            <a:lvl3pPr marL="0" indent="0">
              <a:buFontTx/>
              <a:buNone/>
              <a:defRPr sz="600">
                <a:noFill/>
                <a:latin typeface="+mn-lt"/>
              </a:defRPr>
            </a:lvl3pPr>
            <a:lvl4pPr marL="0" indent="0">
              <a:buFontTx/>
              <a:buNone/>
              <a:defRPr sz="600">
                <a:noFill/>
                <a:latin typeface="+mn-lt"/>
              </a:defRPr>
            </a:lvl4pPr>
            <a:lvl5pPr marL="0" indent="0">
              <a:buFontTx/>
              <a:buNone/>
              <a:defRPr sz="600">
                <a:noFill/>
                <a:latin typeface="+mn-lt"/>
              </a:defRPr>
            </a:lvl5pPr>
            <a:lvl6pPr marL="0" indent="0">
              <a:buFontTx/>
              <a:buNone/>
              <a:defRPr sz="600">
                <a:noFill/>
                <a:latin typeface="+mn-lt"/>
              </a:defRPr>
            </a:lvl6pPr>
            <a:lvl7pPr marL="0" indent="0">
              <a:buFontTx/>
              <a:buNone/>
              <a:defRPr sz="600">
                <a:noFill/>
                <a:latin typeface="+mn-lt"/>
              </a:defRPr>
            </a:lvl7pPr>
            <a:lvl8pPr marL="0" indent="0">
              <a:buFontTx/>
              <a:buNone/>
              <a:defRPr sz="600">
                <a:noFill/>
                <a:latin typeface="+mn-lt"/>
              </a:defRPr>
            </a:lvl8pPr>
            <a:lvl9pPr marL="0" indent="0">
              <a:buFontTx/>
              <a:buNone/>
              <a:defRPr sz="6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divider 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6617CE-0ED9-4ECB-B36F-D4F6E3B2D9F4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7926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71" userDrawn="1">
          <p15:clr>
            <a:srgbClr val="A4A3A4"/>
          </p15:clr>
        </p15:guide>
        <p15:guide id="2" orient="horz" pos="371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B4C6A-FC10-1448-1E27-DF64D124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CC304-E997-4EFE-8EEA-505E71E4A12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B82B7-12B0-864B-83F7-D649A621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DAA7C-CC91-E906-0AE1-7AD8B854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1367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54B3-C7DC-4693-AF25-F0ABE51FD475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042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ub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966F6A4-1513-76DD-1118-A30BB860608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5599" y="664463"/>
            <a:ext cx="8631237" cy="484887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2"/>
                </a:solidFill>
                <a:latin typeface="+mj-lt"/>
              </a:defRPr>
            </a:lvl9pPr>
          </a:lstStyle>
          <a:p>
            <a:r>
              <a:rPr lang="en-GB" noProof="0" dirty="0"/>
              <a:t>Click to add subtitle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B87-8EE1-4434-B85D-1399D219F608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06062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empty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BEA3576-AD09-8EAB-1A05-4ADDAB4E944E}"/>
              </a:ext>
            </a:extLst>
          </p:cNvPr>
          <p:cNvSpPr/>
          <p:nvPr userDrawn="1"/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27000" rIns="54000" bIns="27000" rtlCol="0" anchor="ctr"/>
          <a:lstStyle/>
          <a:p>
            <a:pPr algn="ctr"/>
            <a:endParaRPr lang="en-GB" sz="1500" noProof="0" dirty="0" err="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B4C6A-FC10-1448-1E27-DF64D124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074851-D9E7-47D0-8708-7E9ACB80A079}" type="datetime4">
              <a:rPr lang="en-GB" smtClean="0"/>
              <a:pPr/>
              <a:t>20 May 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B82B7-12B0-864B-83F7-D649A621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DAA7C-CC91-E906-0AE1-7AD8B854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D05672D-2C2A-B447-2EAB-2DF6741B1A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601" y="4773600"/>
            <a:ext cx="513796" cy="1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02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4BD4EFE3-1C8C-FFBD-8F2E-7C10F00C566A}"/>
              </a:ext>
            </a:extLst>
          </p:cNvPr>
          <p:cNvSpPr/>
          <p:nvPr userDrawn="1"/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27000" rIns="54000" bIns="27000" rtlCol="0" anchor="ctr"/>
          <a:lstStyle/>
          <a:p>
            <a:pPr algn="ctr"/>
            <a:endParaRPr lang="en-GB" sz="1500" noProof="0" dirty="0" err="1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7B23C27-B3E1-D38C-2A19-BCE7A2BDBE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601" y="4773600"/>
            <a:ext cx="513796" cy="1293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C1D4F8-0A41-4832-94F2-021A2A5FDE30}" type="datetime4">
              <a:rPr lang="en-GB" smtClean="0"/>
              <a:pPr/>
              <a:t>20 May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3862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ub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DC421783-9310-2CE1-B2B0-42A18E69DAAA}"/>
              </a:ext>
            </a:extLst>
          </p:cNvPr>
          <p:cNvSpPr/>
          <p:nvPr userDrawn="1"/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27000" rIns="54000" bIns="27000" rtlCol="0" anchor="ctr"/>
          <a:lstStyle/>
          <a:p>
            <a:pPr algn="ctr"/>
            <a:endParaRPr lang="en-GB" sz="1500" noProof="0" dirty="0" err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3BB9F40-7A98-AB78-B6F5-202FE2C3B9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601" y="4773600"/>
            <a:ext cx="513796" cy="1293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966F6A4-1513-76DD-1118-A30BB860608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5599" y="664463"/>
            <a:ext cx="8631237" cy="484887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9pPr>
          </a:lstStyle>
          <a:p>
            <a:r>
              <a:rPr lang="en-GB" noProof="0" dirty="0"/>
              <a:t>Click to add subtitle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85C04B-E135-414C-B4E9-AC19B952D26E}" type="datetime4">
              <a:rPr lang="en-GB" smtClean="0"/>
              <a:pPr/>
              <a:t>20 May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805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2000"/>
            <a:ext cx="8631237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328E-3EF0-469A-8EB7-95D7470687AA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993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8" userDrawn="1">
          <p15:clr>
            <a:srgbClr val="A4A3A4"/>
          </p15:clr>
        </p15:guide>
        <p15:guide id="2" pos="2991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Press ENTER then TAB to view next text style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46837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Press ENTER then TAB to view next text style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328E-3EF0-469A-8EB7-95D7470687AA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8" userDrawn="1">
          <p15:clr>
            <a:srgbClr val="A4A3A4"/>
          </p15:clr>
        </p15:guide>
        <p15:guide id="2" pos="2991" userDrawn="1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50136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44437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A035E9E-F7CA-4DC2-82A4-AB4970625B6B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25" userDrawn="1">
          <p15:clr>
            <a:srgbClr val="A4A3A4"/>
          </p15:clr>
        </p15:guide>
        <p15:guide id="2" pos="2047" userDrawn="1">
          <p15:clr>
            <a:srgbClr val="A4A3A4"/>
          </p15:clr>
        </p15:guide>
        <p15:guide id="4" pos="3934" userDrawn="1">
          <p15:clr>
            <a:srgbClr val="A4A3A4"/>
          </p15:clr>
        </p15:guide>
        <p15:guide id="5" pos="3714" userDrawn="1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600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01479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Press ENTER then TAB to view next text style  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47358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E983074-D604-7B9A-67C0-E8DE88FC370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993237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CB88DF-91E3-495C-969A-88F07CCBE570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5921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06" userDrawn="1">
          <p15:clr>
            <a:srgbClr val="A4A3A4"/>
          </p15:clr>
        </p15:guide>
        <p15:guide id="2" pos="1353" userDrawn="1">
          <p15:clr>
            <a:srgbClr val="A4A3A4"/>
          </p15:clr>
        </p15:guide>
        <p15:guide id="3" pos="1576" userDrawn="1">
          <p15:clr>
            <a:srgbClr val="A4A3A4"/>
          </p15:clr>
        </p15:guide>
        <p15:guide id="4" pos="2991" userDrawn="1">
          <p15:clr>
            <a:srgbClr val="A4A3A4"/>
          </p15:clr>
        </p15:guide>
        <p15:guide id="5" pos="2768" userDrawn="1">
          <p15:clr>
            <a:srgbClr val="A4A3A4"/>
          </p15:clr>
        </p15:guide>
        <p15:guide id="6" pos="4183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B46F943-1584-1C8F-D2D4-0C5B9E5193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57676" y="255600"/>
            <a:ext cx="4428482" cy="4248150"/>
          </a:xfrm>
          <a:custGeom>
            <a:avLst/>
            <a:gdLst>
              <a:gd name="connsiteX0" fmla="*/ 142899 w 4428482"/>
              <a:gd name="connsiteY0" fmla="*/ 0 h 4248150"/>
              <a:gd name="connsiteX1" fmla="*/ 4266557 w 4428482"/>
              <a:gd name="connsiteY1" fmla="*/ 0 h 4248150"/>
              <a:gd name="connsiteX2" fmla="*/ 4428482 w 4428482"/>
              <a:gd name="connsiteY2" fmla="*/ 161925 h 4248150"/>
              <a:gd name="connsiteX3" fmla="*/ 4428482 w 4428482"/>
              <a:gd name="connsiteY3" fmla="*/ 4248150 h 4248150"/>
              <a:gd name="connsiteX4" fmla="*/ 663154 w 4428482"/>
              <a:gd name="connsiteY4" fmla="*/ 4248150 h 4248150"/>
              <a:gd name="connsiteX5" fmla="*/ 483513 w 4428482"/>
              <a:gd name="connsiteY5" fmla="*/ 4089178 h 4248150"/>
              <a:gd name="connsiteX6" fmla="*/ 1071 w 4428482"/>
              <a:gd name="connsiteY6" fmla="*/ 160306 h 4248150"/>
              <a:gd name="connsiteX7" fmla="*/ 142899 w 4428482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82" h="4248150">
                <a:moveTo>
                  <a:pt x="142899" y="0"/>
                </a:moveTo>
                <a:lnTo>
                  <a:pt x="4266557" y="0"/>
                </a:lnTo>
                <a:cubicBezTo>
                  <a:pt x="4355997" y="0"/>
                  <a:pt x="4428482" y="72485"/>
                  <a:pt x="4428482" y="161925"/>
                </a:cubicBezTo>
                <a:lnTo>
                  <a:pt x="4428482" y="4248150"/>
                </a:lnTo>
                <a:lnTo>
                  <a:pt x="663154" y="4248150"/>
                </a:lnTo>
                <a:cubicBezTo>
                  <a:pt x="571714" y="4248150"/>
                  <a:pt x="494657" y="4179951"/>
                  <a:pt x="483513" y="4089178"/>
                </a:cubicBezTo>
                <a:lnTo>
                  <a:pt x="1071" y="160306"/>
                </a:lnTo>
                <a:cubicBezTo>
                  <a:pt x="-9311" y="75152"/>
                  <a:pt x="57078" y="0"/>
                  <a:pt x="1428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1" y="255600"/>
            <a:ext cx="3963600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177DE91-ABDC-4DC6-80BA-42970FBB54F5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2846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billede 5">
            <a:extLst>
              <a:ext uri="{FF2B5EF4-FFF2-40B4-BE49-F238E27FC236}">
                <a16:creationId xmlns:a16="http://schemas.microsoft.com/office/drawing/2014/main" id="{16E3A9E0-95D9-55D4-58FB-21C75479B0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8158" y="255600"/>
            <a:ext cx="2858000" cy="4248150"/>
          </a:xfrm>
          <a:custGeom>
            <a:avLst/>
            <a:gdLst>
              <a:gd name="connsiteX0" fmla="*/ 142900 w 2858000"/>
              <a:gd name="connsiteY0" fmla="*/ 0 h 4248150"/>
              <a:gd name="connsiteX1" fmla="*/ 2696076 w 2858000"/>
              <a:gd name="connsiteY1" fmla="*/ 0 h 4248150"/>
              <a:gd name="connsiteX2" fmla="*/ 2845278 w 2858000"/>
              <a:gd name="connsiteY2" fmla="*/ 98892 h 4248150"/>
              <a:gd name="connsiteX3" fmla="*/ 2858000 w 2858000"/>
              <a:gd name="connsiteY3" fmla="*/ 161920 h 4248150"/>
              <a:gd name="connsiteX4" fmla="*/ 2858000 w 2858000"/>
              <a:gd name="connsiteY4" fmla="*/ 4248150 h 4248150"/>
              <a:gd name="connsiteX5" fmla="*/ 663155 w 2858000"/>
              <a:gd name="connsiteY5" fmla="*/ 4248150 h 4248150"/>
              <a:gd name="connsiteX6" fmla="*/ 483514 w 2858000"/>
              <a:gd name="connsiteY6" fmla="*/ 4089273 h 4248150"/>
              <a:gd name="connsiteX7" fmla="*/ 1072 w 2858000"/>
              <a:gd name="connsiteY7" fmla="*/ 160306 h 4248150"/>
              <a:gd name="connsiteX8" fmla="*/ 142900 w 2858000"/>
              <a:gd name="connsiteY8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8000" h="4248150">
                <a:moveTo>
                  <a:pt x="142900" y="0"/>
                </a:moveTo>
                <a:lnTo>
                  <a:pt x="2696076" y="0"/>
                </a:lnTo>
                <a:cubicBezTo>
                  <a:pt x="2763156" y="0"/>
                  <a:pt x="2820699" y="40773"/>
                  <a:pt x="2845278" y="98892"/>
                </a:cubicBezTo>
                <a:lnTo>
                  <a:pt x="2858000" y="161920"/>
                </a:lnTo>
                <a:lnTo>
                  <a:pt x="2858000" y="4248150"/>
                </a:lnTo>
                <a:lnTo>
                  <a:pt x="663155" y="4248150"/>
                </a:lnTo>
                <a:cubicBezTo>
                  <a:pt x="571715" y="4248150"/>
                  <a:pt x="494658" y="4179951"/>
                  <a:pt x="483514" y="4089273"/>
                </a:cubicBezTo>
                <a:lnTo>
                  <a:pt x="1072" y="160306"/>
                </a:lnTo>
                <a:cubicBezTo>
                  <a:pt x="-9310" y="75152"/>
                  <a:pt x="57079" y="0"/>
                  <a:pt x="1429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1" y="255600"/>
            <a:ext cx="5534082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177DE91-ABDC-4DC6-80BA-42970FBB54F5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553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177DE91-ABDC-4DC6-80BA-42970FBB54F5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1" name="Graphic 4">
            <a:extLst>
              <a:ext uri="{FF2B5EF4-FFF2-40B4-BE49-F238E27FC236}">
                <a16:creationId xmlns:a16="http://schemas.microsoft.com/office/drawing/2014/main" id="{E36F9D52-2B25-9F5E-DEDA-55237CA1BE4B}"/>
              </a:ext>
            </a:extLst>
          </p:cNvPr>
          <p:cNvSpPr/>
          <p:nvPr userDrawn="1"/>
        </p:nvSpPr>
        <p:spPr>
          <a:xfrm>
            <a:off x="255601" y="255600"/>
            <a:ext cx="4428499" cy="4248245"/>
          </a:xfrm>
          <a:custGeom>
            <a:avLst/>
            <a:gdLst>
              <a:gd name="connsiteX0" fmla="*/ 0 w 4428499"/>
              <a:gd name="connsiteY0" fmla="*/ 0 h 4248245"/>
              <a:gd name="connsiteX1" fmla="*/ 3765328 w 4428499"/>
              <a:gd name="connsiteY1" fmla="*/ 0 h 4248245"/>
              <a:gd name="connsiteX2" fmla="*/ 3944970 w 4428499"/>
              <a:gd name="connsiteY2" fmla="*/ 158972 h 4248245"/>
              <a:gd name="connsiteX3" fmla="*/ 4427411 w 4428499"/>
              <a:gd name="connsiteY3" fmla="*/ 4087940 h 4248245"/>
              <a:gd name="connsiteX4" fmla="*/ 4285583 w 4428499"/>
              <a:gd name="connsiteY4" fmla="*/ 4248246 h 4248245"/>
              <a:gd name="connsiteX5" fmla="*/ 161925 w 4428499"/>
              <a:gd name="connsiteY5" fmla="*/ 4248246 h 4248245"/>
              <a:gd name="connsiteX6" fmla="*/ 0 w 4428499"/>
              <a:gd name="connsiteY6" fmla="*/ 4086225 h 4248245"/>
              <a:gd name="connsiteX7" fmla="*/ 0 w 4428499"/>
              <a:gd name="connsiteY7" fmla="*/ 0 h 4248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99" h="4248245">
                <a:moveTo>
                  <a:pt x="0" y="0"/>
                </a:moveTo>
                <a:lnTo>
                  <a:pt x="3765328" y="0"/>
                </a:lnTo>
                <a:cubicBezTo>
                  <a:pt x="3856768" y="0"/>
                  <a:pt x="3933825" y="68199"/>
                  <a:pt x="3944970" y="158972"/>
                </a:cubicBezTo>
                <a:lnTo>
                  <a:pt x="4427411" y="4087940"/>
                </a:lnTo>
                <a:cubicBezTo>
                  <a:pt x="4437888" y="4173093"/>
                  <a:pt x="4371404" y="4248246"/>
                  <a:pt x="4285583" y="4248246"/>
                </a:cubicBezTo>
                <a:lnTo>
                  <a:pt x="161925" y="4248246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B46F943-1584-1C8F-D2D4-0C5B9E5193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57676" y="255600"/>
            <a:ext cx="4428482" cy="4248150"/>
          </a:xfrm>
          <a:custGeom>
            <a:avLst/>
            <a:gdLst>
              <a:gd name="connsiteX0" fmla="*/ 142899 w 4428482"/>
              <a:gd name="connsiteY0" fmla="*/ 0 h 4248150"/>
              <a:gd name="connsiteX1" fmla="*/ 4266557 w 4428482"/>
              <a:gd name="connsiteY1" fmla="*/ 0 h 4248150"/>
              <a:gd name="connsiteX2" fmla="*/ 4428482 w 4428482"/>
              <a:gd name="connsiteY2" fmla="*/ 161925 h 4248150"/>
              <a:gd name="connsiteX3" fmla="*/ 4428482 w 4428482"/>
              <a:gd name="connsiteY3" fmla="*/ 4248150 h 4248150"/>
              <a:gd name="connsiteX4" fmla="*/ 663154 w 4428482"/>
              <a:gd name="connsiteY4" fmla="*/ 4248150 h 4248150"/>
              <a:gd name="connsiteX5" fmla="*/ 483513 w 4428482"/>
              <a:gd name="connsiteY5" fmla="*/ 4089178 h 4248150"/>
              <a:gd name="connsiteX6" fmla="*/ 1071 w 4428482"/>
              <a:gd name="connsiteY6" fmla="*/ 160306 h 4248150"/>
              <a:gd name="connsiteX7" fmla="*/ 142899 w 4428482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82" h="4248150">
                <a:moveTo>
                  <a:pt x="142899" y="0"/>
                </a:moveTo>
                <a:lnTo>
                  <a:pt x="4266557" y="0"/>
                </a:lnTo>
                <a:cubicBezTo>
                  <a:pt x="4355997" y="0"/>
                  <a:pt x="4428482" y="72485"/>
                  <a:pt x="4428482" y="161925"/>
                </a:cubicBezTo>
                <a:lnTo>
                  <a:pt x="4428482" y="4248150"/>
                </a:lnTo>
                <a:lnTo>
                  <a:pt x="663154" y="4248150"/>
                </a:lnTo>
                <a:cubicBezTo>
                  <a:pt x="571714" y="4248150"/>
                  <a:pt x="494657" y="4179951"/>
                  <a:pt x="483513" y="4089178"/>
                </a:cubicBezTo>
                <a:lnTo>
                  <a:pt x="1071" y="160306"/>
                </a:lnTo>
                <a:cubicBezTo>
                  <a:pt x="-9311" y="75152"/>
                  <a:pt x="57078" y="0"/>
                  <a:pt x="1428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9C6B332-61BB-1C68-56F1-E921B690A3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0" y="590398"/>
            <a:ext cx="3294001" cy="82882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7818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ombinationstegning: figur 10">
            <a:extLst>
              <a:ext uri="{FF2B5EF4-FFF2-40B4-BE49-F238E27FC236}">
                <a16:creationId xmlns:a16="http://schemas.microsoft.com/office/drawing/2014/main" id="{5F77C2F7-B7DF-4381-7E2C-40122E420514}"/>
              </a:ext>
            </a:extLst>
          </p:cNvPr>
          <p:cNvSpPr/>
          <p:nvPr userDrawn="1"/>
        </p:nvSpPr>
        <p:spPr>
          <a:xfrm>
            <a:off x="255589" y="255588"/>
            <a:ext cx="5998981" cy="4247959"/>
          </a:xfrm>
          <a:custGeom>
            <a:avLst/>
            <a:gdLst>
              <a:gd name="connsiteX0" fmla="*/ 0 w 5998981"/>
              <a:gd name="connsiteY0" fmla="*/ 0 h 4247959"/>
              <a:gd name="connsiteX1" fmla="*/ 5336328 w 5998981"/>
              <a:gd name="connsiteY1" fmla="*/ 0 h 4247959"/>
              <a:gd name="connsiteX2" fmla="*/ 5400888 w 5998981"/>
              <a:gd name="connsiteY2" fmla="*/ 11978 h 4247959"/>
              <a:gd name="connsiteX3" fmla="*/ 5515451 w 5998981"/>
              <a:gd name="connsiteY3" fmla="*/ 158876 h 4247959"/>
              <a:gd name="connsiteX4" fmla="*/ 5997893 w 5998981"/>
              <a:gd name="connsiteY4" fmla="*/ 4087844 h 4247959"/>
              <a:gd name="connsiteX5" fmla="*/ 5915905 w 5998981"/>
              <a:gd name="connsiteY5" fmla="*/ 4235076 h 4247959"/>
              <a:gd name="connsiteX6" fmla="*/ 5856935 w 5998981"/>
              <a:gd name="connsiteY6" fmla="*/ 4247959 h 4247959"/>
              <a:gd name="connsiteX7" fmla="*/ 4600205 w 5998981"/>
              <a:gd name="connsiteY7" fmla="*/ 4247959 h 4247959"/>
              <a:gd name="connsiteX8" fmla="*/ 4556467 w 5998981"/>
              <a:gd name="connsiteY8" fmla="*/ 4247888 h 4247959"/>
              <a:gd name="connsiteX9" fmla="*/ 160306 w 5998981"/>
              <a:gd name="connsiteY9" fmla="*/ 4234433 h 4247959"/>
              <a:gd name="connsiteX10" fmla="*/ 0 w 5998981"/>
              <a:gd name="connsiteY10" fmla="*/ 4072508 h 424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98981" h="4247959">
                <a:moveTo>
                  <a:pt x="0" y="0"/>
                </a:moveTo>
                <a:lnTo>
                  <a:pt x="5336328" y="0"/>
                </a:lnTo>
                <a:lnTo>
                  <a:pt x="5400888" y="11978"/>
                </a:lnTo>
                <a:cubicBezTo>
                  <a:pt x="5461659" y="35414"/>
                  <a:pt x="5507093" y="90796"/>
                  <a:pt x="5515451" y="158876"/>
                </a:cubicBezTo>
                <a:lnTo>
                  <a:pt x="5997893" y="4087844"/>
                </a:lnTo>
                <a:cubicBezTo>
                  <a:pt x="6005751" y="4151709"/>
                  <a:pt x="5970318" y="4209948"/>
                  <a:pt x="5915905" y="4235076"/>
                </a:cubicBezTo>
                <a:lnTo>
                  <a:pt x="5856935" y="4247959"/>
                </a:lnTo>
                <a:lnTo>
                  <a:pt x="4600205" y="4247959"/>
                </a:lnTo>
                <a:lnTo>
                  <a:pt x="4556467" y="4247888"/>
                </a:lnTo>
                <a:cubicBezTo>
                  <a:pt x="3826014" y="4246685"/>
                  <a:pt x="882063" y="4241434"/>
                  <a:pt x="160306" y="4234433"/>
                </a:cubicBezTo>
                <a:cubicBezTo>
                  <a:pt x="71533" y="4233576"/>
                  <a:pt x="0" y="4161377"/>
                  <a:pt x="0" y="4072508"/>
                </a:cubicBez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6" name="Pladsholder til billede 5">
            <a:extLst>
              <a:ext uri="{FF2B5EF4-FFF2-40B4-BE49-F238E27FC236}">
                <a16:creationId xmlns:a16="http://schemas.microsoft.com/office/drawing/2014/main" id="{16E3A9E0-95D9-55D4-58FB-21C75479B0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8158" y="255600"/>
            <a:ext cx="2858000" cy="4248150"/>
          </a:xfrm>
          <a:custGeom>
            <a:avLst/>
            <a:gdLst>
              <a:gd name="connsiteX0" fmla="*/ 142900 w 2858000"/>
              <a:gd name="connsiteY0" fmla="*/ 0 h 4248150"/>
              <a:gd name="connsiteX1" fmla="*/ 2696076 w 2858000"/>
              <a:gd name="connsiteY1" fmla="*/ 0 h 4248150"/>
              <a:gd name="connsiteX2" fmla="*/ 2845278 w 2858000"/>
              <a:gd name="connsiteY2" fmla="*/ 98892 h 4248150"/>
              <a:gd name="connsiteX3" fmla="*/ 2858000 w 2858000"/>
              <a:gd name="connsiteY3" fmla="*/ 161920 h 4248150"/>
              <a:gd name="connsiteX4" fmla="*/ 2858000 w 2858000"/>
              <a:gd name="connsiteY4" fmla="*/ 4248150 h 4248150"/>
              <a:gd name="connsiteX5" fmla="*/ 663155 w 2858000"/>
              <a:gd name="connsiteY5" fmla="*/ 4248150 h 4248150"/>
              <a:gd name="connsiteX6" fmla="*/ 483514 w 2858000"/>
              <a:gd name="connsiteY6" fmla="*/ 4089273 h 4248150"/>
              <a:gd name="connsiteX7" fmla="*/ 1072 w 2858000"/>
              <a:gd name="connsiteY7" fmla="*/ 160306 h 4248150"/>
              <a:gd name="connsiteX8" fmla="*/ 142900 w 2858000"/>
              <a:gd name="connsiteY8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8000" h="4248150">
                <a:moveTo>
                  <a:pt x="142900" y="0"/>
                </a:moveTo>
                <a:lnTo>
                  <a:pt x="2696076" y="0"/>
                </a:lnTo>
                <a:cubicBezTo>
                  <a:pt x="2763156" y="0"/>
                  <a:pt x="2820699" y="40773"/>
                  <a:pt x="2845278" y="98892"/>
                </a:cubicBezTo>
                <a:lnTo>
                  <a:pt x="2858000" y="161920"/>
                </a:lnTo>
                <a:lnTo>
                  <a:pt x="2858000" y="4248150"/>
                </a:lnTo>
                <a:lnTo>
                  <a:pt x="663155" y="4248150"/>
                </a:lnTo>
                <a:cubicBezTo>
                  <a:pt x="571715" y="4248150"/>
                  <a:pt x="494658" y="4179951"/>
                  <a:pt x="483514" y="4089273"/>
                </a:cubicBezTo>
                <a:lnTo>
                  <a:pt x="1072" y="160306"/>
                </a:lnTo>
                <a:cubicBezTo>
                  <a:pt x="-9310" y="75152"/>
                  <a:pt x="57079" y="0"/>
                  <a:pt x="1429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00" y="590400"/>
            <a:ext cx="4901347" cy="828825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177DE91-ABDC-4DC6-80BA-42970FBB54F5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1482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B46F943-1584-1C8F-D2D4-0C5B9E5193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57676" y="255600"/>
            <a:ext cx="4428482" cy="4248150"/>
          </a:xfrm>
          <a:custGeom>
            <a:avLst/>
            <a:gdLst>
              <a:gd name="connsiteX0" fmla="*/ 142899 w 4428482"/>
              <a:gd name="connsiteY0" fmla="*/ 0 h 4248150"/>
              <a:gd name="connsiteX1" fmla="*/ 4266557 w 4428482"/>
              <a:gd name="connsiteY1" fmla="*/ 0 h 4248150"/>
              <a:gd name="connsiteX2" fmla="*/ 4428482 w 4428482"/>
              <a:gd name="connsiteY2" fmla="*/ 161925 h 4248150"/>
              <a:gd name="connsiteX3" fmla="*/ 4428482 w 4428482"/>
              <a:gd name="connsiteY3" fmla="*/ 4248150 h 4248150"/>
              <a:gd name="connsiteX4" fmla="*/ 663154 w 4428482"/>
              <a:gd name="connsiteY4" fmla="*/ 4248150 h 4248150"/>
              <a:gd name="connsiteX5" fmla="*/ 483513 w 4428482"/>
              <a:gd name="connsiteY5" fmla="*/ 4089178 h 4248150"/>
              <a:gd name="connsiteX6" fmla="*/ 1071 w 4428482"/>
              <a:gd name="connsiteY6" fmla="*/ 160306 h 4248150"/>
              <a:gd name="connsiteX7" fmla="*/ 142899 w 4428482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82" h="4248150">
                <a:moveTo>
                  <a:pt x="142899" y="0"/>
                </a:moveTo>
                <a:lnTo>
                  <a:pt x="4266557" y="0"/>
                </a:lnTo>
                <a:cubicBezTo>
                  <a:pt x="4355997" y="0"/>
                  <a:pt x="4428482" y="72485"/>
                  <a:pt x="4428482" y="161925"/>
                </a:cubicBezTo>
                <a:lnTo>
                  <a:pt x="4428482" y="4248150"/>
                </a:lnTo>
                <a:lnTo>
                  <a:pt x="663154" y="4248150"/>
                </a:lnTo>
                <a:cubicBezTo>
                  <a:pt x="571714" y="4248150"/>
                  <a:pt x="494657" y="4179951"/>
                  <a:pt x="483513" y="4089178"/>
                </a:cubicBezTo>
                <a:lnTo>
                  <a:pt x="1071" y="160306"/>
                </a:lnTo>
                <a:cubicBezTo>
                  <a:pt x="-9311" y="75152"/>
                  <a:pt x="57078" y="0"/>
                  <a:pt x="1428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949CD2-B2B8-4231-A905-4E0A3456EC2C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1916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billede 5">
            <a:extLst>
              <a:ext uri="{FF2B5EF4-FFF2-40B4-BE49-F238E27FC236}">
                <a16:creationId xmlns:a16="http://schemas.microsoft.com/office/drawing/2014/main" id="{16E3A9E0-95D9-55D4-58FB-21C75479B0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8158" y="255600"/>
            <a:ext cx="2858000" cy="4248150"/>
          </a:xfrm>
          <a:custGeom>
            <a:avLst/>
            <a:gdLst>
              <a:gd name="connsiteX0" fmla="*/ 142900 w 2858000"/>
              <a:gd name="connsiteY0" fmla="*/ 0 h 4248150"/>
              <a:gd name="connsiteX1" fmla="*/ 2696076 w 2858000"/>
              <a:gd name="connsiteY1" fmla="*/ 0 h 4248150"/>
              <a:gd name="connsiteX2" fmla="*/ 2845278 w 2858000"/>
              <a:gd name="connsiteY2" fmla="*/ 98892 h 4248150"/>
              <a:gd name="connsiteX3" fmla="*/ 2858000 w 2858000"/>
              <a:gd name="connsiteY3" fmla="*/ 161920 h 4248150"/>
              <a:gd name="connsiteX4" fmla="*/ 2858000 w 2858000"/>
              <a:gd name="connsiteY4" fmla="*/ 4248150 h 4248150"/>
              <a:gd name="connsiteX5" fmla="*/ 663155 w 2858000"/>
              <a:gd name="connsiteY5" fmla="*/ 4248150 h 4248150"/>
              <a:gd name="connsiteX6" fmla="*/ 483514 w 2858000"/>
              <a:gd name="connsiteY6" fmla="*/ 4089273 h 4248150"/>
              <a:gd name="connsiteX7" fmla="*/ 1072 w 2858000"/>
              <a:gd name="connsiteY7" fmla="*/ 160306 h 4248150"/>
              <a:gd name="connsiteX8" fmla="*/ 142900 w 2858000"/>
              <a:gd name="connsiteY8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8000" h="4248150">
                <a:moveTo>
                  <a:pt x="142900" y="0"/>
                </a:moveTo>
                <a:lnTo>
                  <a:pt x="2696076" y="0"/>
                </a:lnTo>
                <a:cubicBezTo>
                  <a:pt x="2763156" y="0"/>
                  <a:pt x="2820699" y="40773"/>
                  <a:pt x="2845278" y="98892"/>
                </a:cubicBezTo>
                <a:lnTo>
                  <a:pt x="2858000" y="161920"/>
                </a:lnTo>
                <a:lnTo>
                  <a:pt x="2858000" y="4248150"/>
                </a:lnTo>
                <a:lnTo>
                  <a:pt x="663155" y="4248150"/>
                </a:lnTo>
                <a:cubicBezTo>
                  <a:pt x="571715" y="4248150"/>
                  <a:pt x="494658" y="4179951"/>
                  <a:pt x="483514" y="4089273"/>
                </a:cubicBezTo>
                <a:lnTo>
                  <a:pt x="1072" y="160306"/>
                </a:lnTo>
                <a:cubicBezTo>
                  <a:pt x="-9310" y="75152"/>
                  <a:pt x="57079" y="0"/>
                  <a:pt x="1429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177DE91-ABDC-4DC6-80BA-42970FBB54F5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471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1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B46F943-1584-1C8F-D2D4-0C5B9E5193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57676" y="255600"/>
            <a:ext cx="4428482" cy="4248150"/>
          </a:xfrm>
          <a:custGeom>
            <a:avLst/>
            <a:gdLst>
              <a:gd name="connsiteX0" fmla="*/ 142899 w 4428482"/>
              <a:gd name="connsiteY0" fmla="*/ 0 h 4248150"/>
              <a:gd name="connsiteX1" fmla="*/ 4266557 w 4428482"/>
              <a:gd name="connsiteY1" fmla="*/ 0 h 4248150"/>
              <a:gd name="connsiteX2" fmla="*/ 4428482 w 4428482"/>
              <a:gd name="connsiteY2" fmla="*/ 161925 h 4248150"/>
              <a:gd name="connsiteX3" fmla="*/ 4428482 w 4428482"/>
              <a:gd name="connsiteY3" fmla="*/ 4248150 h 4248150"/>
              <a:gd name="connsiteX4" fmla="*/ 663154 w 4428482"/>
              <a:gd name="connsiteY4" fmla="*/ 4248150 h 4248150"/>
              <a:gd name="connsiteX5" fmla="*/ 483513 w 4428482"/>
              <a:gd name="connsiteY5" fmla="*/ 4089178 h 4248150"/>
              <a:gd name="connsiteX6" fmla="*/ 1071 w 4428482"/>
              <a:gd name="connsiteY6" fmla="*/ 160306 h 4248150"/>
              <a:gd name="connsiteX7" fmla="*/ 142899 w 4428482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82" h="4248150">
                <a:moveTo>
                  <a:pt x="142899" y="0"/>
                </a:moveTo>
                <a:lnTo>
                  <a:pt x="4266557" y="0"/>
                </a:lnTo>
                <a:cubicBezTo>
                  <a:pt x="4355997" y="0"/>
                  <a:pt x="4428482" y="72485"/>
                  <a:pt x="4428482" y="161925"/>
                </a:cubicBezTo>
                <a:lnTo>
                  <a:pt x="4428482" y="4248150"/>
                </a:lnTo>
                <a:lnTo>
                  <a:pt x="663154" y="4248150"/>
                </a:lnTo>
                <a:cubicBezTo>
                  <a:pt x="571714" y="4248150"/>
                  <a:pt x="494657" y="4179951"/>
                  <a:pt x="483513" y="4089178"/>
                </a:cubicBezTo>
                <a:lnTo>
                  <a:pt x="1071" y="160306"/>
                </a:lnTo>
                <a:cubicBezTo>
                  <a:pt x="-9311" y="75152"/>
                  <a:pt x="57078" y="0"/>
                  <a:pt x="1428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1" y="255600"/>
            <a:ext cx="3963600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C611-9987-11A1-4398-22444742EF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5601" y="1422000"/>
            <a:ext cx="396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Press ENTER then TAB to view next text style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949CD2-B2B8-4231-A905-4E0A3456EC2C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58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1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>
            <a:extLst>
              <a:ext uri="{FF2B5EF4-FFF2-40B4-BE49-F238E27FC236}">
                <a16:creationId xmlns:a16="http://schemas.microsoft.com/office/drawing/2014/main" id="{BF6B2172-52D9-D91A-4A85-ABB33C7C3F32}"/>
              </a:ext>
            </a:extLst>
          </p:cNvPr>
          <p:cNvSpPr/>
          <p:nvPr/>
        </p:nvSpPr>
        <p:spPr>
          <a:xfrm>
            <a:off x="255601" y="255600"/>
            <a:ext cx="4428499" cy="4248245"/>
          </a:xfrm>
          <a:custGeom>
            <a:avLst/>
            <a:gdLst>
              <a:gd name="connsiteX0" fmla="*/ 0 w 4428499"/>
              <a:gd name="connsiteY0" fmla="*/ 0 h 4248245"/>
              <a:gd name="connsiteX1" fmla="*/ 3765328 w 4428499"/>
              <a:gd name="connsiteY1" fmla="*/ 0 h 4248245"/>
              <a:gd name="connsiteX2" fmla="*/ 3944970 w 4428499"/>
              <a:gd name="connsiteY2" fmla="*/ 158972 h 4248245"/>
              <a:gd name="connsiteX3" fmla="*/ 4427411 w 4428499"/>
              <a:gd name="connsiteY3" fmla="*/ 4087940 h 4248245"/>
              <a:gd name="connsiteX4" fmla="*/ 4285583 w 4428499"/>
              <a:gd name="connsiteY4" fmla="*/ 4248246 h 4248245"/>
              <a:gd name="connsiteX5" fmla="*/ 161925 w 4428499"/>
              <a:gd name="connsiteY5" fmla="*/ 4248246 h 4248245"/>
              <a:gd name="connsiteX6" fmla="*/ 0 w 4428499"/>
              <a:gd name="connsiteY6" fmla="*/ 4086225 h 4248245"/>
              <a:gd name="connsiteX7" fmla="*/ 0 w 4428499"/>
              <a:gd name="connsiteY7" fmla="*/ 0 h 4248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99" h="4248245">
                <a:moveTo>
                  <a:pt x="0" y="0"/>
                </a:moveTo>
                <a:lnTo>
                  <a:pt x="3765328" y="0"/>
                </a:lnTo>
                <a:cubicBezTo>
                  <a:pt x="3856768" y="0"/>
                  <a:pt x="3933825" y="68199"/>
                  <a:pt x="3944970" y="158972"/>
                </a:cubicBezTo>
                <a:lnTo>
                  <a:pt x="4427411" y="4087940"/>
                </a:lnTo>
                <a:cubicBezTo>
                  <a:pt x="4437888" y="4173093"/>
                  <a:pt x="4371404" y="4248246"/>
                  <a:pt x="4285583" y="4248246"/>
                </a:cubicBezTo>
                <a:lnTo>
                  <a:pt x="161925" y="4248246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B46F943-1584-1C8F-D2D4-0C5B9E5193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57676" y="255600"/>
            <a:ext cx="4428482" cy="4248150"/>
          </a:xfrm>
          <a:custGeom>
            <a:avLst/>
            <a:gdLst>
              <a:gd name="connsiteX0" fmla="*/ 142899 w 4428482"/>
              <a:gd name="connsiteY0" fmla="*/ 0 h 4248150"/>
              <a:gd name="connsiteX1" fmla="*/ 4266557 w 4428482"/>
              <a:gd name="connsiteY1" fmla="*/ 0 h 4248150"/>
              <a:gd name="connsiteX2" fmla="*/ 4428482 w 4428482"/>
              <a:gd name="connsiteY2" fmla="*/ 161925 h 4248150"/>
              <a:gd name="connsiteX3" fmla="*/ 4428482 w 4428482"/>
              <a:gd name="connsiteY3" fmla="*/ 4248150 h 4248150"/>
              <a:gd name="connsiteX4" fmla="*/ 663154 w 4428482"/>
              <a:gd name="connsiteY4" fmla="*/ 4248150 h 4248150"/>
              <a:gd name="connsiteX5" fmla="*/ 483513 w 4428482"/>
              <a:gd name="connsiteY5" fmla="*/ 4089178 h 4248150"/>
              <a:gd name="connsiteX6" fmla="*/ 1071 w 4428482"/>
              <a:gd name="connsiteY6" fmla="*/ 160306 h 4248150"/>
              <a:gd name="connsiteX7" fmla="*/ 142899 w 4428482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82" h="4248150">
                <a:moveTo>
                  <a:pt x="142899" y="0"/>
                </a:moveTo>
                <a:lnTo>
                  <a:pt x="4266557" y="0"/>
                </a:lnTo>
                <a:cubicBezTo>
                  <a:pt x="4355997" y="0"/>
                  <a:pt x="4428482" y="72485"/>
                  <a:pt x="4428482" y="161925"/>
                </a:cubicBezTo>
                <a:lnTo>
                  <a:pt x="4428482" y="4248150"/>
                </a:lnTo>
                <a:lnTo>
                  <a:pt x="663154" y="4248150"/>
                </a:lnTo>
                <a:cubicBezTo>
                  <a:pt x="571714" y="4248150"/>
                  <a:pt x="494657" y="4179951"/>
                  <a:pt x="483513" y="4089178"/>
                </a:cubicBezTo>
                <a:lnTo>
                  <a:pt x="1071" y="160306"/>
                </a:lnTo>
                <a:cubicBezTo>
                  <a:pt x="-9311" y="75152"/>
                  <a:pt x="57078" y="0"/>
                  <a:pt x="1428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0" y="590399"/>
            <a:ext cx="3294001" cy="828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F09E9A5-798F-53F2-6731-4F620E11F6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0400" y="1422001"/>
            <a:ext cx="3294001" cy="278543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Press ENTER then TAB to view next text style                                                     Press SHIFT+TAB to view previous text style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9B5AA9-D7B6-4D9D-8B4F-50E989F4DE0D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9701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billede 5">
            <a:extLst>
              <a:ext uri="{FF2B5EF4-FFF2-40B4-BE49-F238E27FC236}">
                <a16:creationId xmlns:a16="http://schemas.microsoft.com/office/drawing/2014/main" id="{16E3A9E0-95D9-55D4-58FB-21C75479B0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8158" y="255600"/>
            <a:ext cx="2858000" cy="4248150"/>
          </a:xfrm>
          <a:custGeom>
            <a:avLst/>
            <a:gdLst>
              <a:gd name="connsiteX0" fmla="*/ 142900 w 2858000"/>
              <a:gd name="connsiteY0" fmla="*/ 0 h 4248150"/>
              <a:gd name="connsiteX1" fmla="*/ 2696076 w 2858000"/>
              <a:gd name="connsiteY1" fmla="*/ 0 h 4248150"/>
              <a:gd name="connsiteX2" fmla="*/ 2845278 w 2858000"/>
              <a:gd name="connsiteY2" fmla="*/ 98892 h 4248150"/>
              <a:gd name="connsiteX3" fmla="*/ 2858000 w 2858000"/>
              <a:gd name="connsiteY3" fmla="*/ 161920 h 4248150"/>
              <a:gd name="connsiteX4" fmla="*/ 2858000 w 2858000"/>
              <a:gd name="connsiteY4" fmla="*/ 4248150 h 4248150"/>
              <a:gd name="connsiteX5" fmla="*/ 663155 w 2858000"/>
              <a:gd name="connsiteY5" fmla="*/ 4248150 h 4248150"/>
              <a:gd name="connsiteX6" fmla="*/ 483514 w 2858000"/>
              <a:gd name="connsiteY6" fmla="*/ 4089273 h 4248150"/>
              <a:gd name="connsiteX7" fmla="*/ 1072 w 2858000"/>
              <a:gd name="connsiteY7" fmla="*/ 160306 h 4248150"/>
              <a:gd name="connsiteX8" fmla="*/ 142900 w 2858000"/>
              <a:gd name="connsiteY8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8000" h="4248150">
                <a:moveTo>
                  <a:pt x="142900" y="0"/>
                </a:moveTo>
                <a:lnTo>
                  <a:pt x="2696076" y="0"/>
                </a:lnTo>
                <a:cubicBezTo>
                  <a:pt x="2763156" y="0"/>
                  <a:pt x="2820699" y="40773"/>
                  <a:pt x="2845278" y="98892"/>
                </a:cubicBezTo>
                <a:lnTo>
                  <a:pt x="2858000" y="161920"/>
                </a:lnTo>
                <a:lnTo>
                  <a:pt x="2858000" y="4248150"/>
                </a:lnTo>
                <a:lnTo>
                  <a:pt x="663155" y="4248150"/>
                </a:lnTo>
                <a:cubicBezTo>
                  <a:pt x="571715" y="4248150"/>
                  <a:pt x="494658" y="4179951"/>
                  <a:pt x="483514" y="4089273"/>
                </a:cubicBezTo>
                <a:lnTo>
                  <a:pt x="1072" y="160306"/>
                </a:lnTo>
                <a:cubicBezTo>
                  <a:pt x="-9310" y="75152"/>
                  <a:pt x="57079" y="0"/>
                  <a:pt x="1429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noProof="0" dirty="0"/>
              <a:t>Click on icon to insert picture or click on frame to insert picture via Templafy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1" y="255600"/>
            <a:ext cx="5534082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12D3-842E-4FC5-7DA4-C90C5C735A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5836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36CD1-8B96-ECBD-8A65-1903A748554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50136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177DE91-ABDC-4DC6-80BA-42970FBB54F5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8945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17">
            <a:extLst>
              <a:ext uri="{FF2B5EF4-FFF2-40B4-BE49-F238E27FC236}">
                <a16:creationId xmlns:a16="http://schemas.microsoft.com/office/drawing/2014/main" id="{9E6EBB70-9B06-785A-E241-F113CE91B960}"/>
              </a:ext>
            </a:extLst>
          </p:cNvPr>
          <p:cNvSpPr/>
          <p:nvPr/>
        </p:nvSpPr>
        <p:spPr>
          <a:xfrm>
            <a:off x="2979564" y="1064358"/>
            <a:ext cx="3181868" cy="3434143"/>
          </a:xfrm>
          <a:custGeom>
            <a:avLst/>
            <a:gdLst>
              <a:gd name="connsiteX0" fmla="*/ 563159 w 3181868"/>
              <a:gd name="connsiteY0" fmla="*/ 0 h 3434143"/>
              <a:gd name="connsiteX1" fmla="*/ 3038992 w 3181868"/>
              <a:gd name="connsiteY1" fmla="*/ 0 h 3434143"/>
              <a:gd name="connsiteX2" fmla="*/ 3180724 w 3181868"/>
              <a:gd name="connsiteY2" fmla="*/ 160592 h 3434143"/>
              <a:gd name="connsiteX3" fmla="*/ 2771149 w 3181868"/>
              <a:gd name="connsiteY3" fmla="*/ 3434144 h 3434143"/>
              <a:gd name="connsiteX4" fmla="*/ 142916 w 3181868"/>
              <a:gd name="connsiteY4" fmla="*/ 3434144 h 3434143"/>
              <a:gd name="connsiteX5" fmla="*/ 1089 w 3181868"/>
              <a:gd name="connsiteY5" fmla="*/ 3273838 h 3434143"/>
              <a:gd name="connsiteX6" fmla="*/ 383517 w 3181868"/>
              <a:gd name="connsiteY6" fmla="*/ 158877 h 3434143"/>
              <a:gd name="connsiteX7" fmla="*/ 563159 w 3181868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81868" h="3434143">
                <a:moveTo>
                  <a:pt x="563159" y="0"/>
                </a:moveTo>
                <a:lnTo>
                  <a:pt x="3038992" y="0"/>
                </a:lnTo>
                <a:cubicBezTo>
                  <a:pt x="3124908" y="0"/>
                  <a:pt x="3191488" y="75343"/>
                  <a:pt x="3180724" y="160592"/>
                </a:cubicBezTo>
                <a:lnTo>
                  <a:pt x="2771149" y="3434144"/>
                </a:lnTo>
                <a:lnTo>
                  <a:pt x="142916" y="3434144"/>
                </a:lnTo>
                <a:cubicBezTo>
                  <a:pt x="57096" y="3434144"/>
                  <a:pt x="-9389" y="3358991"/>
                  <a:pt x="1089" y="3273838"/>
                </a:cubicBezTo>
                <a:lnTo>
                  <a:pt x="383517" y="158877"/>
                </a:lnTo>
                <a:cubicBezTo>
                  <a:pt x="394662" y="68104"/>
                  <a:pt x="471719" y="0"/>
                  <a:pt x="563159" y="0"/>
                </a:cubicBezTo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E06AAD1-5B49-EFD6-5470-005DEE2ECA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9337" y="1064358"/>
            <a:ext cx="2857500" cy="343852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15C9-0DDE-41B0-A3BE-F9872730DCDC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10CC8ED-2C61-7B88-9DB0-3B1F8345E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6" name="Picture Placeholder 1">
            <a:extLst>
              <a:ext uri="{FF2B5EF4-FFF2-40B4-BE49-F238E27FC236}">
                <a16:creationId xmlns:a16="http://schemas.microsoft.com/office/drawing/2014/main" id="{C9EE28FA-C4B0-A15A-F8F2-50CCF08E44D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5836" y="1064357"/>
            <a:ext cx="2850968" cy="3434618"/>
          </a:xfrm>
          <a:custGeom>
            <a:avLst/>
            <a:gdLst>
              <a:gd name="connsiteX0" fmla="*/ 0 w 2850968"/>
              <a:gd name="connsiteY0" fmla="*/ 0 h 3434618"/>
              <a:gd name="connsiteX1" fmla="*/ 2708053 w 2850968"/>
              <a:gd name="connsiteY1" fmla="*/ 0 h 3434618"/>
              <a:gd name="connsiteX2" fmla="*/ 2849880 w 2850968"/>
              <a:gd name="connsiteY2" fmla="*/ 160533 h 3434618"/>
              <a:gd name="connsiteX3" fmla="*/ 2467451 w 2850968"/>
              <a:gd name="connsiteY3" fmla="*/ 3279897 h 3434618"/>
              <a:gd name="connsiteX4" fmla="*/ 2352888 w 2850968"/>
              <a:gd name="connsiteY4" fmla="*/ 3426923 h 3434618"/>
              <a:gd name="connsiteX5" fmla="*/ 2311419 w 2850968"/>
              <a:gd name="connsiteY5" fmla="*/ 3434618 h 3434618"/>
              <a:gd name="connsiteX6" fmla="*/ 140252 w 2850968"/>
              <a:gd name="connsiteY6" fmla="*/ 3434618 h 3434618"/>
              <a:gd name="connsiteX7" fmla="*/ 98892 w 2850968"/>
              <a:gd name="connsiteY7" fmla="*/ 3426258 h 3434618"/>
              <a:gd name="connsiteX8" fmla="*/ 0 w 2850968"/>
              <a:gd name="connsiteY8" fmla="*/ 3276845 h 343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0968" h="3434618">
                <a:moveTo>
                  <a:pt x="0" y="0"/>
                </a:moveTo>
                <a:lnTo>
                  <a:pt x="2708053" y="0"/>
                </a:lnTo>
                <a:cubicBezTo>
                  <a:pt x="2793873" y="0"/>
                  <a:pt x="2860358" y="75258"/>
                  <a:pt x="2849880" y="160533"/>
                </a:cubicBezTo>
                <a:lnTo>
                  <a:pt x="2467451" y="3279897"/>
                </a:lnTo>
                <a:cubicBezTo>
                  <a:pt x="2459093" y="3348074"/>
                  <a:pt x="2413659" y="3403480"/>
                  <a:pt x="2352888" y="3426923"/>
                </a:cubicBezTo>
                <a:lnTo>
                  <a:pt x="2311419" y="3434618"/>
                </a:lnTo>
                <a:lnTo>
                  <a:pt x="140252" y="3434618"/>
                </a:lnTo>
                <a:lnTo>
                  <a:pt x="98892" y="3426258"/>
                </a:lnTo>
                <a:cubicBezTo>
                  <a:pt x="40773" y="3401644"/>
                  <a:pt x="0" y="3344019"/>
                  <a:pt x="0" y="327684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9752F73-527A-CDFC-F532-E6EE0C8FF0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1022" y="1303506"/>
            <a:ext cx="1772309" cy="29103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add text      Press ENTER then TAB to view next text style                Press SHIFT+TAB to view previous text style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  <a:endParaRPr lang="en-GB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43B8C71-F9B4-89E5-6A82-8780B5FAD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53077" y="1303506"/>
            <a:ext cx="1772309" cy="2910315"/>
          </a:xfrm>
        </p:spPr>
        <p:txBody>
          <a:bodyPr/>
          <a:lstStyle>
            <a:lvl1pPr>
              <a:defRPr/>
            </a:lvl1pPr>
            <a:lvl9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text                  Press ENTER then TAB to view next text style                      Press SHIFT+TAB to view previous text style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3381056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8" userDrawn="1">
          <p15:clr>
            <a:srgbClr val="A4A3A4"/>
          </p15:clr>
        </p15:guide>
        <p15:guide id="2" pos="2991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81E7292-75F6-B6B0-B53A-15437D1BE2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5836" y="1018710"/>
            <a:ext cx="1893600" cy="348026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                       Press ENTER then TAB to view next text style                      Press SHIFT+TAB to view previous text style</a:t>
            </a:r>
            <a:endParaRPr lang="en-GB" dirty="0"/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DF0B2A7-9190-78BB-A179-C045D1DAC5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451076" y="1065599"/>
            <a:ext cx="1940933" cy="3333750"/>
          </a:xfrm>
          <a:custGeom>
            <a:avLst/>
            <a:gdLst>
              <a:gd name="connsiteX0" fmla="*/ 142899 w 1940933"/>
              <a:gd name="connsiteY0" fmla="*/ 0 h 3333750"/>
              <a:gd name="connsiteX1" fmla="*/ 1779008 w 1940933"/>
              <a:gd name="connsiteY1" fmla="*/ 0 h 3333750"/>
              <a:gd name="connsiteX2" fmla="*/ 1940933 w 1940933"/>
              <a:gd name="connsiteY2" fmla="*/ 161925 h 3333750"/>
              <a:gd name="connsiteX3" fmla="*/ 1940933 w 1940933"/>
              <a:gd name="connsiteY3" fmla="*/ 3333750 h 3333750"/>
              <a:gd name="connsiteX4" fmla="*/ 546838 w 1940933"/>
              <a:gd name="connsiteY4" fmla="*/ 3333750 h 3333750"/>
              <a:gd name="connsiteX5" fmla="*/ 485872 w 1940933"/>
              <a:gd name="connsiteY5" fmla="*/ 3322453 h 3333750"/>
              <a:gd name="connsiteX6" fmla="*/ 371308 w 1940933"/>
              <a:gd name="connsiteY6" fmla="*/ 3175635 h 3333750"/>
              <a:gd name="connsiteX7" fmla="*/ 1071 w 1940933"/>
              <a:gd name="connsiteY7" fmla="*/ 160306 h 3333750"/>
              <a:gd name="connsiteX8" fmla="*/ 142899 w 1940933"/>
              <a:gd name="connsiteY8" fmla="*/ 0 h 333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0933" h="3333750">
                <a:moveTo>
                  <a:pt x="142899" y="0"/>
                </a:moveTo>
                <a:lnTo>
                  <a:pt x="1779008" y="0"/>
                </a:lnTo>
                <a:cubicBezTo>
                  <a:pt x="1868448" y="0"/>
                  <a:pt x="1940933" y="72485"/>
                  <a:pt x="1940933" y="161925"/>
                </a:cubicBezTo>
                <a:lnTo>
                  <a:pt x="1940933" y="3333750"/>
                </a:lnTo>
                <a:lnTo>
                  <a:pt x="546838" y="3333750"/>
                </a:lnTo>
                <a:lnTo>
                  <a:pt x="485872" y="3322453"/>
                </a:lnTo>
                <a:cubicBezTo>
                  <a:pt x="425101" y="3299043"/>
                  <a:pt x="379667" y="3243715"/>
                  <a:pt x="371308" y="3175635"/>
                </a:cubicBezTo>
                <a:lnTo>
                  <a:pt x="1071" y="160306"/>
                </a:lnTo>
                <a:cubicBezTo>
                  <a:pt x="-9311" y="75152"/>
                  <a:pt x="57078" y="0"/>
                  <a:pt x="1428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772B34E-BD95-B9C6-4C5C-545453A413D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47358" y="1018710"/>
            <a:ext cx="1893600" cy="348026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Press ENTER then TAB to view next text style                      Press SHIFT+TAB to view previous text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B7B4FBB3-6AC2-EBA1-0E3A-02D52A532AA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945904" y="1065599"/>
            <a:ext cx="1940933" cy="3333750"/>
          </a:xfrm>
          <a:custGeom>
            <a:avLst/>
            <a:gdLst>
              <a:gd name="connsiteX0" fmla="*/ 142899 w 1940933"/>
              <a:gd name="connsiteY0" fmla="*/ 0 h 3333750"/>
              <a:gd name="connsiteX1" fmla="*/ 1779008 w 1940933"/>
              <a:gd name="connsiteY1" fmla="*/ 0 h 3333750"/>
              <a:gd name="connsiteX2" fmla="*/ 1940933 w 1940933"/>
              <a:gd name="connsiteY2" fmla="*/ 161925 h 3333750"/>
              <a:gd name="connsiteX3" fmla="*/ 1940933 w 1940933"/>
              <a:gd name="connsiteY3" fmla="*/ 3333750 h 3333750"/>
              <a:gd name="connsiteX4" fmla="*/ 546838 w 1940933"/>
              <a:gd name="connsiteY4" fmla="*/ 3333750 h 3333750"/>
              <a:gd name="connsiteX5" fmla="*/ 485872 w 1940933"/>
              <a:gd name="connsiteY5" fmla="*/ 3322453 h 3333750"/>
              <a:gd name="connsiteX6" fmla="*/ 371308 w 1940933"/>
              <a:gd name="connsiteY6" fmla="*/ 3175635 h 3333750"/>
              <a:gd name="connsiteX7" fmla="*/ 1071 w 1940933"/>
              <a:gd name="connsiteY7" fmla="*/ 160306 h 3333750"/>
              <a:gd name="connsiteX8" fmla="*/ 142899 w 1940933"/>
              <a:gd name="connsiteY8" fmla="*/ 0 h 333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0933" h="3333750">
                <a:moveTo>
                  <a:pt x="142899" y="0"/>
                </a:moveTo>
                <a:lnTo>
                  <a:pt x="1779008" y="0"/>
                </a:lnTo>
                <a:cubicBezTo>
                  <a:pt x="1868448" y="0"/>
                  <a:pt x="1940933" y="72485"/>
                  <a:pt x="1940933" y="161925"/>
                </a:cubicBezTo>
                <a:lnTo>
                  <a:pt x="1940933" y="3333750"/>
                </a:lnTo>
                <a:lnTo>
                  <a:pt x="546838" y="3333750"/>
                </a:lnTo>
                <a:lnTo>
                  <a:pt x="485872" y="3322453"/>
                </a:lnTo>
                <a:cubicBezTo>
                  <a:pt x="425101" y="3299043"/>
                  <a:pt x="379667" y="3243715"/>
                  <a:pt x="371308" y="3175635"/>
                </a:cubicBezTo>
                <a:lnTo>
                  <a:pt x="1071" y="160306"/>
                </a:lnTo>
                <a:cubicBezTo>
                  <a:pt x="-9311" y="75152"/>
                  <a:pt x="57078" y="0"/>
                  <a:pt x="1428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BA05E5-4B48-407A-A708-CA9FDD9903BC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0228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1">
            <a:extLst>
              <a:ext uri="{FF2B5EF4-FFF2-40B4-BE49-F238E27FC236}">
                <a16:creationId xmlns:a16="http://schemas.microsoft.com/office/drawing/2014/main" id="{DAB4FDBE-6D71-B9FC-32DE-5660845F78B8}"/>
              </a:ext>
            </a:extLst>
          </p:cNvPr>
          <p:cNvSpPr/>
          <p:nvPr/>
        </p:nvSpPr>
        <p:spPr>
          <a:xfrm>
            <a:off x="257175" y="1065600"/>
            <a:ext cx="4151893" cy="1588579"/>
          </a:xfrm>
          <a:custGeom>
            <a:avLst/>
            <a:gdLst>
              <a:gd name="connsiteX0" fmla="*/ 3994976 w 4151893"/>
              <a:gd name="connsiteY0" fmla="*/ 158972 h 1588579"/>
              <a:gd name="connsiteX1" fmla="*/ 4150805 w 4151893"/>
              <a:gd name="connsiteY1" fmla="*/ 1428274 h 1588579"/>
              <a:gd name="connsiteX2" fmla="*/ 4008978 w 4151893"/>
              <a:gd name="connsiteY2" fmla="*/ 1588580 h 1588579"/>
              <a:gd name="connsiteX3" fmla="*/ 161925 w 4151893"/>
              <a:gd name="connsiteY3" fmla="*/ 1588580 h 1588579"/>
              <a:gd name="connsiteX4" fmla="*/ 0 w 4151893"/>
              <a:gd name="connsiteY4" fmla="*/ 1426559 h 1588579"/>
              <a:gd name="connsiteX5" fmla="*/ 0 w 4151893"/>
              <a:gd name="connsiteY5" fmla="*/ 0 h 1588579"/>
              <a:gd name="connsiteX6" fmla="*/ 3815334 w 4151893"/>
              <a:gd name="connsiteY6" fmla="*/ 0 h 1588579"/>
              <a:gd name="connsiteX7" fmla="*/ 3994976 w 4151893"/>
              <a:gd name="connsiteY7" fmla="*/ 158877 h 158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1893" h="1588579">
                <a:moveTo>
                  <a:pt x="3994976" y="158972"/>
                </a:moveTo>
                <a:lnTo>
                  <a:pt x="4150805" y="1428274"/>
                </a:lnTo>
                <a:cubicBezTo>
                  <a:pt x="4161282" y="1513427"/>
                  <a:pt x="4094798" y="1588580"/>
                  <a:pt x="4008978" y="1588580"/>
                </a:cubicBezTo>
                <a:lnTo>
                  <a:pt x="161925" y="1588580"/>
                </a:lnTo>
                <a:cubicBezTo>
                  <a:pt x="72485" y="1588484"/>
                  <a:pt x="0" y="1515999"/>
                  <a:pt x="0" y="1426559"/>
                </a:cubicBezTo>
                <a:lnTo>
                  <a:pt x="0" y="0"/>
                </a:lnTo>
                <a:lnTo>
                  <a:pt x="3815334" y="0"/>
                </a:lnTo>
                <a:cubicBezTo>
                  <a:pt x="3906774" y="0"/>
                  <a:pt x="3983831" y="68199"/>
                  <a:pt x="3994976" y="158877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" name="Graphic 2">
            <a:extLst>
              <a:ext uri="{FF2B5EF4-FFF2-40B4-BE49-F238E27FC236}">
                <a16:creationId xmlns:a16="http://schemas.microsoft.com/office/drawing/2014/main" id="{047E530F-95E2-9914-9C20-4E89CA296FFD}"/>
              </a:ext>
            </a:extLst>
          </p:cNvPr>
          <p:cNvSpPr/>
          <p:nvPr/>
        </p:nvSpPr>
        <p:spPr>
          <a:xfrm>
            <a:off x="4508331" y="1065600"/>
            <a:ext cx="4378493" cy="1588484"/>
          </a:xfrm>
          <a:custGeom>
            <a:avLst/>
            <a:gdLst>
              <a:gd name="connsiteX0" fmla="*/ 4378493 w 4378493"/>
              <a:gd name="connsiteY0" fmla="*/ 0 h 1588484"/>
              <a:gd name="connsiteX1" fmla="*/ 4378493 w 4378493"/>
              <a:gd name="connsiteY1" fmla="*/ 1426559 h 1588484"/>
              <a:gd name="connsiteX2" fmla="*/ 4216568 w 4378493"/>
              <a:gd name="connsiteY2" fmla="*/ 1588484 h 1588484"/>
              <a:gd name="connsiteX3" fmla="*/ 336559 w 4378493"/>
              <a:gd name="connsiteY3" fmla="*/ 1588484 h 1588484"/>
              <a:gd name="connsiteX4" fmla="*/ 156918 w 4378493"/>
              <a:gd name="connsiteY4" fmla="*/ 1429607 h 1588484"/>
              <a:gd name="connsiteX5" fmla="*/ 1089 w 4378493"/>
              <a:gd name="connsiteY5" fmla="*/ 160306 h 1588484"/>
              <a:gd name="connsiteX6" fmla="*/ 142916 w 4378493"/>
              <a:gd name="connsiteY6" fmla="*/ 0 h 1588484"/>
              <a:gd name="connsiteX7" fmla="*/ 4378493 w 4378493"/>
              <a:gd name="connsiteY7" fmla="*/ 0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493" h="1588484">
                <a:moveTo>
                  <a:pt x="4378493" y="0"/>
                </a:moveTo>
                <a:lnTo>
                  <a:pt x="4378493" y="1426559"/>
                </a:lnTo>
                <a:cubicBezTo>
                  <a:pt x="4378493" y="1515999"/>
                  <a:pt x="4306008" y="1588484"/>
                  <a:pt x="4216568" y="1588484"/>
                </a:cubicBezTo>
                <a:lnTo>
                  <a:pt x="336559" y="1588484"/>
                </a:lnTo>
                <a:cubicBezTo>
                  <a:pt x="245119" y="1588484"/>
                  <a:pt x="168062" y="1520285"/>
                  <a:pt x="156918" y="1429607"/>
                </a:cubicBezTo>
                <a:lnTo>
                  <a:pt x="1089" y="160306"/>
                </a:lnTo>
                <a:cubicBezTo>
                  <a:pt x="-9389" y="75152"/>
                  <a:pt x="57096" y="0"/>
                  <a:pt x="142916" y="0"/>
                </a:cubicBezTo>
                <a:lnTo>
                  <a:pt x="4378493" y="0"/>
                </a:ln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15C9-0DDE-41B0-A3BE-F9872730DCDC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10CC8ED-2C61-7B88-9DB0-3B1F8345E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D3DBDF-8690-D4E5-ABEF-3DA61A499C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0400" y="1310831"/>
            <a:ext cx="3383459" cy="114839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                                   Press ENTER then TAB to view next text style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78D6790-E2A6-D107-A3D7-3D504C51FCA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5836" y="2911355"/>
            <a:ext cx="4378493" cy="1587621"/>
          </a:xfrm>
          <a:custGeom>
            <a:avLst/>
            <a:gdLst>
              <a:gd name="connsiteX0" fmla="*/ 161925 w 4378493"/>
              <a:gd name="connsiteY0" fmla="*/ 0 h 1587621"/>
              <a:gd name="connsiteX1" fmla="*/ 4041934 w 4378493"/>
              <a:gd name="connsiteY1" fmla="*/ 0 h 1587621"/>
              <a:gd name="connsiteX2" fmla="*/ 4221575 w 4378493"/>
              <a:gd name="connsiteY2" fmla="*/ 158877 h 1587621"/>
              <a:gd name="connsiteX3" fmla="*/ 4377405 w 4378493"/>
              <a:gd name="connsiteY3" fmla="*/ 1428179 h 1587621"/>
              <a:gd name="connsiteX4" fmla="*/ 4295417 w 4378493"/>
              <a:gd name="connsiteY4" fmla="*/ 1575411 h 1587621"/>
              <a:gd name="connsiteX5" fmla="*/ 4239527 w 4378493"/>
              <a:gd name="connsiteY5" fmla="*/ 1587621 h 1587621"/>
              <a:gd name="connsiteX6" fmla="*/ 0 w 4378493"/>
              <a:gd name="connsiteY6" fmla="*/ 1587621 h 1587621"/>
              <a:gd name="connsiteX7" fmla="*/ 0 w 4378493"/>
              <a:gd name="connsiteY7" fmla="*/ 161925 h 1587621"/>
              <a:gd name="connsiteX8" fmla="*/ 161925 w 4378493"/>
              <a:gd name="connsiteY8" fmla="*/ 0 h 1587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78493" h="1587621">
                <a:moveTo>
                  <a:pt x="161925" y="0"/>
                </a:moveTo>
                <a:lnTo>
                  <a:pt x="4041934" y="0"/>
                </a:lnTo>
                <a:cubicBezTo>
                  <a:pt x="4133374" y="0"/>
                  <a:pt x="4210431" y="68199"/>
                  <a:pt x="4221575" y="158877"/>
                </a:cubicBezTo>
                <a:lnTo>
                  <a:pt x="4377405" y="1428179"/>
                </a:lnTo>
                <a:cubicBezTo>
                  <a:pt x="4385263" y="1492044"/>
                  <a:pt x="4349830" y="1550283"/>
                  <a:pt x="4295417" y="1575411"/>
                </a:cubicBezTo>
                <a:lnTo>
                  <a:pt x="4239527" y="1587621"/>
                </a:lnTo>
                <a:lnTo>
                  <a:pt x="0" y="1587621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      via Templafy Images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3C47AC33-1951-11F7-7EDE-4199DBB5C5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7090" y="1310831"/>
            <a:ext cx="3646509" cy="12236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GB" dirty="0"/>
              <a:t>Click to add text                                         Press ENTER then TAB to view next text style                                                              Press SHIFT+TAB to view previous text style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D4CE6E07-CA4C-8DB5-FB7D-695FC241F7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34931" y="2911355"/>
            <a:ext cx="4151893" cy="1588389"/>
          </a:xfrm>
          <a:custGeom>
            <a:avLst/>
            <a:gdLst>
              <a:gd name="connsiteX0" fmla="*/ 142481 w 4151893"/>
              <a:gd name="connsiteY0" fmla="*/ 0 h 1588389"/>
              <a:gd name="connsiteX1" fmla="*/ 3990439 w 4151893"/>
              <a:gd name="connsiteY1" fmla="*/ 0 h 1588389"/>
              <a:gd name="connsiteX2" fmla="*/ 4053001 w 4151893"/>
              <a:gd name="connsiteY2" fmla="*/ 12628 h 1588389"/>
              <a:gd name="connsiteX3" fmla="*/ 4151893 w 4151893"/>
              <a:gd name="connsiteY3" fmla="*/ 161830 h 1588389"/>
              <a:gd name="connsiteX4" fmla="*/ 4151893 w 4151893"/>
              <a:gd name="connsiteY4" fmla="*/ 1588389 h 1588389"/>
              <a:gd name="connsiteX5" fmla="*/ 336559 w 4151893"/>
              <a:gd name="connsiteY5" fmla="*/ 1588389 h 1588389"/>
              <a:gd name="connsiteX6" fmla="*/ 156918 w 4151893"/>
              <a:gd name="connsiteY6" fmla="*/ 1429512 h 1588389"/>
              <a:gd name="connsiteX7" fmla="*/ 1089 w 4151893"/>
              <a:gd name="connsiteY7" fmla="*/ 160211 h 1588389"/>
              <a:gd name="connsiteX8" fmla="*/ 83077 w 4151893"/>
              <a:gd name="connsiteY8" fmla="*/ 12978 h 1588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51893" h="1588389">
                <a:moveTo>
                  <a:pt x="142481" y="0"/>
                </a:moveTo>
                <a:lnTo>
                  <a:pt x="3990439" y="0"/>
                </a:lnTo>
                <a:lnTo>
                  <a:pt x="4053001" y="12628"/>
                </a:lnTo>
                <a:cubicBezTo>
                  <a:pt x="4111120" y="37207"/>
                  <a:pt x="4151893" y="94750"/>
                  <a:pt x="4151893" y="161830"/>
                </a:cubicBezTo>
                <a:lnTo>
                  <a:pt x="4151893" y="1588389"/>
                </a:lnTo>
                <a:lnTo>
                  <a:pt x="336559" y="1588389"/>
                </a:lnTo>
                <a:cubicBezTo>
                  <a:pt x="245119" y="1588389"/>
                  <a:pt x="168062" y="1520190"/>
                  <a:pt x="156918" y="1429512"/>
                </a:cubicBezTo>
                <a:lnTo>
                  <a:pt x="1089" y="160211"/>
                </a:lnTo>
                <a:cubicBezTo>
                  <a:pt x="-6770" y="96346"/>
                  <a:pt x="28664" y="38106"/>
                  <a:pt x="83077" y="12978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      via Templafy Images</a:t>
            </a:r>
          </a:p>
        </p:txBody>
      </p:sp>
    </p:spTree>
    <p:extLst>
      <p:ext uri="{BB962C8B-B14F-4D97-AF65-F5344CB8AC3E}">
        <p14:creationId xmlns:p14="http://schemas.microsoft.com/office/powerpoint/2010/main" val="17994705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527A5FEE-A828-54CD-E5FC-355FDE9E46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5836" y="1065600"/>
            <a:ext cx="2495781" cy="1875948"/>
          </a:xfrm>
          <a:custGeom>
            <a:avLst/>
            <a:gdLst>
              <a:gd name="connsiteX0" fmla="*/ 161925 w 2495781"/>
              <a:gd name="connsiteY0" fmla="*/ 0 h 1875948"/>
              <a:gd name="connsiteX1" fmla="*/ 2352866 w 2495781"/>
              <a:gd name="connsiteY1" fmla="*/ 0 h 1875948"/>
              <a:gd name="connsiteX2" fmla="*/ 2494693 w 2495781"/>
              <a:gd name="connsiteY2" fmla="*/ 160306 h 1875948"/>
              <a:gd name="connsiteX3" fmla="*/ 2303526 w 2495781"/>
              <a:gd name="connsiteY3" fmla="*/ 1717072 h 1875948"/>
              <a:gd name="connsiteX4" fmla="*/ 2188963 w 2495781"/>
              <a:gd name="connsiteY4" fmla="*/ 1863890 h 1875948"/>
              <a:gd name="connsiteX5" fmla="*/ 2123891 w 2495781"/>
              <a:gd name="connsiteY5" fmla="*/ 1875948 h 1875948"/>
              <a:gd name="connsiteX6" fmla="*/ 0 w 2495781"/>
              <a:gd name="connsiteY6" fmla="*/ 1875948 h 1875948"/>
              <a:gd name="connsiteX7" fmla="*/ 0 w 2495781"/>
              <a:gd name="connsiteY7" fmla="*/ 161925 h 1875948"/>
              <a:gd name="connsiteX8" fmla="*/ 161925 w 2495781"/>
              <a:gd name="connsiteY8" fmla="*/ 0 h 187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5781" h="1875948">
                <a:moveTo>
                  <a:pt x="161925" y="0"/>
                </a:moveTo>
                <a:lnTo>
                  <a:pt x="2352866" y="0"/>
                </a:lnTo>
                <a:cubicBezTo>
                  <a:pt x="2438686" y="0"/>
                  <a:pt x="2505170" y="75152"/>
                  <a:pt x="2494693" y="160306"/>
                </a:cubicBezTo>
                <a:lnTo>
                  <a:pt x="2303526" y="1717072"/>
                </a:lnTo>
                <a:cubicBezTo>
                  <a:pt x="2295168" y="1785152"/>
                  <a:pt x="2249734" y="1840480"/>
                  <a:pt x="2188963" y="1863890"/>
                </a:cubicBezTo>
                <a:lnTo>
                  <a:pt x="2123891" y="1875948"/>
                </a:lnTo>
                <a:lnTo>
                  <a:pt x="0" y="1875948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E5CDFF-3935-AB95-F3FD-DEB337BB7E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5836" y="3220349"/>
            <a:ext cx="2495781" cy="12786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                       Press ENTER then TAB to view next text style                      Press SHIFT+TAB to view previous text style</a:t>
            </a:r>
            <a:endParaRPr lang="en-GB" dirty="0"/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0E1FDD04-9677-C7DF-FE08-698AFF14002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132138" y="1065600"/>
            <a:ext cx="2495781" cy="1875948"/>
          </a:xfrm>
          <a:custGeom>
            <a:avLst/>
            <a:gdLst>
              <a:gd name="connsiteX0" fmla="*/ 161925 w 2495781"/>
              <a:gd name="connsiteY0" fmla="*/ 0 h 1875948"/>
              <a:gd name="connsiteX1" fmla="*/ 2352866 w 2495781"/>
              <a:gd name="connsiteY1" fmla="*/ 0 h 1875948"/>
              <a:gd name="connsiteX2" fmla="*/ 2494693 w 2495781"/>
              <a:gd name="connsiteY2" fmla="*/ 160306 h 1875948"/>
              <a:gd name="connsiteX3" fmla="*/ 2303526 w 2495781"/>
              <a:gd name="connsiteY3" fmla="*/ 1717072 h 1875948"/>
              <a:gd name="connsiteX4" fmla="*/ 2188963 w 2495781"/>
              <a:gd name="connsiteY4" fmla="*/ 1863890 h 1875948"/>
              <a:gd name="connsiteX5" fmla="*/ 2123890 w 2495781"/>
              <a:gd name="connsiteY5" fmla="*/ 1875948 h 1875948"/>
              <a:gd name="connsiteX6" fmla="*/ 0 w 2495781"/>
              <a:gd name="connsiteY6" fmla="*/ 1875948 h 1875948"/>
              <a:gd name="connsiteX7" fmla="*/ 0 w 2495781"/>
              <a:gd name="connsiteY7" fmla="*/ 161925 h 1875948"/>
              <a:gd name="connsiteX8" fmla="*/ 161925 w 2495781"/>
              <a:gd name="connsiteY8" fmla="*/ 0 h 187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5781" h="1875948">
                <a:moveTo>
                  <a:pt x="161925" y="0"/>
                </a:moveTo>
                <a:lnTo>
                  <a:pt x="2352866" y="0"/>
                </a:lnTo>
                <a:cubicBezTo>
                  <a:pt x="2438686" y="0"/>
                  <a:pt x="2505170" y="75152"/>
                  <a:pt x="2494693" y="160306"/>
                </a:cubicBezTo>
                <a:lnTo>
                  <a:pt x="2303526" y="1717072"/>
                </a:lnTo>
                <a:cubicBezTo>
                  <a:pt x="2295168" y="1785152"/>
                  <a:pt x="2249734" y="1840480"/>
                  <a:pt x="2188963" y="1863890"/>
                </a:cubicBezTo>
                <a:lnTo>
                  <a:pt x="2123890" y="1875948"/>
                </a:lnTo>
                <a:lnTo>
                  <a:pt x="0" y="1875948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3A7BD7-B17D-37FF-E629-662D7ABC67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138" y="3220349"/>
            <a:ext cx="2495781" cy="12786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Press ENTER then TAB to view next text style                      Press SHIFT+TAB to view previous text style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1C2E8889-C358-869D-8D5B-B9BA11BF3AD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08688" y="1065600"/>
            <a:ext cx="2495781" cy="1875948"/>
          </a:xfrm>
          <a:custGeom>
            <a:avLst/>
            <a:gdLst>
              <a:gd name="connsiteX0" fmla="*/ 161925 w 2495781"/>
              <a:gd name="connsiteY0" fmla="*/ 0 h 1875948"/>
              <a:gd name="connsiteX1" fmla="*/ 2352866 w 2495781"/>
              <a:gd name="connsiteY1" fmla="*/ 0 h 1875948"/>
              <a:gd name="connsiteX2" fmla="*/ 2494693 w 2495781"/>
              <a:gd name="connsiteY2" fmla="*/ 160306 h 1875948"/>
              <a:gd name="connsiteX3" fmla="*/ 2303526 w 2495781"/>
              <a:gd name="connsiteY3" fmla="*/ 1717072 h 1875948"/>
              <a:gd name="connsiteX4" fmla="*/ 2188963 w 2495781"/>
              <a:gd name="connsiteY4" fmla="*/ 1863890 h 1875948"/>
              <a:gd name="connsiteX5" fmla="*/ 2123890 w 2495781"/>
              <a:gd name="connsiteY5" fmla="*/ 1875948 h 1875948"/>
              <a:gd name="connsiteX6" fmla="*/ 0 w 2495781"/>
              <a:gd name="connsiteY6" fmla="*/ 1875948 h 1875948"/>
              <a:gd name="connsiteX7" fmla="*/ 0 w 2495781"/>
              <a:gd name="connsiteY7" fmla="*/ 161925 h 1875948"/>
              <a:gd name="connsiteX8" fmla="*/ 161925 w 2495781"/>
              <a:gd name="connsiteY8" fmla="*/ 0 h 187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5781" h="1875948">
                <a:moveTo>
                  <a:pt x="161925" y="0"/>
                </a:moveTo>
                <a:lnTo>
                  <a:pt x="2352866" y="0"/>
                </a:lnTo>
                <a:cubicBezTo>
                  <a:pt x="2438686" y="0"/>
                  <a:pt x="2505170" y="75152"/>
                  <a:pt x="2494693" y="160306"/>
                </a:cubicBezTo>
                <a:lnTo>
                  <a:pt x="2303526" y="1717072"/>
                </a:lnTo>
                <a:cubicBezTo>
                  <a:pt x="2295168" y="1785152"/>
                  <a:pt x="2249734" y="1840480"/>
                  <a:pt x="2188963" y="1863890"/>
                </a:cubicBezTo>
                <a:lnTo>
                  <a:pt x="2123890" y="1875948"/>
                </a:lnTo>
                <a:lnTo>
                  <a:pt x="0" y="1875948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9641BA8-66E5-1D6B-DA7B-35BD34ED3F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08688" y="3220349"/>
            <a:ext cx="2495781" cy="1278626"/>
          </a:xfrm>
        </p:spPr>
        <p:txBody>
          <a:bodyPr/>
          <a:lstStyle/>
          <a:p>
            <a:pPr lvl="0"/>
            <a:r>
              <a:rPr lang="en-GB" dirty="0"/>
              <a:t>Click to add text                  Press ENTER then TAB to view next text style                      Press SHIFT+TAB to view previous text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338252-906F-4FDA-BD3F-944A5D7324D8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376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raphic 1">
            <a:extLst>
              <a:ext uri="{FF2B5EF4-FFF2-40B4-BE49-F238E27FC236}">
                <a16:creationId xmlns:a16="http://schemas.microsoft.com/office/drawing/2014/main" id="{0B82DF92-A9DA-D740-DCF1-3CA7BFD7B5CD}"/>
              </a:ext>
            </a:extLst>
          </p:cNvPr>
          <p:cNvSpPr/>
          <p:nvPr userDrawn="1"/>
        </p:nvSpPr>
        <p:spPr>
          <a:xfrm>
            <a:off x="257175" y="1071181"/>
            <a:ext cx="2912785" cy="1588484"/>
          </a:xfrm>
          <a:custGeom>
            <a:avLst/>
            <a:gdLst>
              <a:gd name="connsiteX0" fmla="*/ 0 w 2912785"/>
              <a:gd name="connsiteY0" fmla="*/ 0 h 1588484"/>
              <a:gd name="connsiteX1" fmla="*/ 2769870 w 2912785"/>
              <a:gd name="connsiteY1" fmla="*/ 0 h 1588484"/>
              <a:gd name="connsiteX2" fmla="*/ 2911697 w 2912785"/>
              <a:gd name="connsiteY2" fmla="*/ 160306 h 1588484"/>
              <a:gd name="connsiteX3" fmla="*/ 2751678 w 2912785"/>
              <a:gd name="connsiteY3" fmla="*/ 1463040 h 1588484"/>
              <a:gd name="connsiteX4" fmla="*/ 2609850 w 2912785"/>
              <a:gd name="connsiteY4" fmla="*/ 1588484 h 1588484"/>
              <a:gd name="connsiteX5" fmla="*/ 161925 w 2912785"/>
              <a:gd name="connsiteY5" fmla="*/ 1588484 h 1588484"/>
              <a:gd name="connsiteX6" fmla="*/ 0 w 2912785"/>
              <a:gd name="connsiteY6" fmla="*/ 1426559 h 1588484"/>
              <a:gd name="connsiteX7" fmla="*/ 0 w 2912785"/>
              <a:gd name="connsiteY7" fmla="*/ 0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12785" h="1588484">
                <a:moveTo>
                  <a:pt x="0" y="0"/>
                </a:moveTo>
                <a:lnTo>
                  <a:pt x="2769870" y="0"/>
                </a:lnTo>
                <a:cubicBezTo>
                  <a:pt x="2855690" y="0"/>
                  <a:pt x="2922175" y="75152"/>
                  <a:pt x="2911697" y="160306"/>
                </a:cubicBezTo>
                <a:lnTo>
                  <a:pt x="2751678" y="1463040"/>
                </a:lnTo>
                <a:cubicBezTo>
                  <a:pt x="2742914" y="1534668"/>
                  <a:pt x="2682049" y="1588484"/>
                  <a:pt x="2609850" y="1588484"/>
                </a:cubicBezTo>
                <a:lnTo>
                  <a:pt x="161925" y="1588484"/>
                </a:lnTo>
                <a:cubicBezTo>
                  <a:pt x="72485" y="1588484"/>
                  <a:pt x="0" y="1515999"/>
                  <a:pt x="0" y="1426559"/>
                </a:cubicBezTo>
                <a:lnTo>
                  <a:pt x="0" y="0"/>
                </a:lnTo>
                <a:close/>
              </a:path>
            </a:pathLst>
          </a:custGeom>
          <a:solidFill>
            <a:srgbClr val="F2B1D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3" name="Graphic 2">
            <a:extLst>
              <a:ext uri="{FF2B5EF4-FFF2-40B4-BE49-F238E27FC236}">
                <a16:creationId xmlns:a16="http://schemas.microsoft.com/office/drawing/2014/main" id="{ECEF7B94-90BA-5C7A-DC19-779016783B58}"/>
              </a:ext>
            </a:extLst>
          </p:cNvPr>
          <p:cNvSpPr/>
          <p:nvPr userDrawn="1"/>
        </p:nvSpPr>
        <p:spPr>
          <a:xfrm>
            <a:off x="3269224" y="1071086"/>
            <a:ext cx="2832150" cy="1588484"/>
          </a:xfrm>
          <a:custGeom>
            <a:avLst/>
            <a:gdLst>
              <a:gd name="connsiteX0" fmla="*/ 2831062 w 2832150"/>
              <a:gd name="connsiteY0" fmla="*/ 160306 h 1588484"/>
              <a:gd name="connsiteX1" fmla="*/ 2655706 w 2832150"/>
              <a:gd name="connsiteY1" fmla="*/ 1588484 h 1588484"/>
              <a:gd name="connsiteX2" fmla="*/ 142916 w 2832150"/>
              <a:gd name="connsiteY2" fmla="*/ 1588484 h 1588484"/>
              <a:gd name="connsiteX3" fmla="*/ 1089 w 2832150"/>
              <a:gd name="connsiteY3" fmla="*/ 1428179 h 1588484"/>
              <a:gd name="connsiteX4" fmla="*/ 156918 w 2832150"/>
              <a:gd name="connsiteY4" fmla="*/ 158877 h 1588484"/>
              <a:gd name="connsiteX5" fmla="*/ 336559 w 2832150"/>
              <a:gd name="connsiteY5" fmla="*/ 0 h 1588484"/>
              <a:gd name="connsiteX6" fmla="*/ 2689234 w 2832150"/>
              <a:gd name="connsiteY6" fmla="*/ 0 h 1588484"/>
              <a:gd name="connsiteX7" fmla="*/ 2831062 w 2832150"/>
              <a:gd name="connsiteY7" fmla="*/ 160306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2150" h="1588484">
                <a:moveTo>
                  <a:pt x="2831062" y="160306"/>
                </a:moveTo>
                <a:lnTo>
                  <a:pt x="2655706" y="1588484"/>
                </a:lnTo>
                <a:lnTo>
                  <a:pt x="142916" y="1588484"/>
                </a:lnTo>
                <a:cubicBezTo>
                  <a:pt x="57096" y="1588484"/>
                  <a:pt x="-9389" y="1513332"/>
                  <a:pt x="1089" y="1428179"/>
                </a:cubicBezTo>
                <a:lnTo>
                  <a:pt x="156918" y="158877"/>
                </a:lnTo>
                <a:cubicBezTo>
                  <a:pt x="168062" y="68104"/>
                  <a:pt x="245119" y="0"/>
                  <a:pt x="336559" y="0"/>
                </a:cubicBezTo>
                <a:lnTo>
                  <a:pt x="2689234" y="0"/>
                </a:lnTo>
                <a:cubicBezTo>
                  <a:pt x="2775055" y="0"/>
                  <a:pt x="2841539" y="75152"/>
                  <a:pt x="2831062" y="160306"/>
                </a:cubicBezTo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4" name="Graphic 3">
            <a:extLst>
              <a:ext uri="{FF2B5EF4-FFF2-40B4-BE49-F238E27FC236}">
                <a16:creationId xmlns:a16="http://schemas.microsoft.com/office/drawing/2014/main" id="{6CCD2A10-31BE-0F04-7A24-82140CCA971C}"/>
              </a:ext>
            </a:extLst>
          </p:cNvPr>
          <p:cNvSpPr/>
          <p:nvPr userDrawn="1"/>
        </p:nvSpPr>
        <p:spPr>
          <a:xfrm>
            <a:off x="6200543" y="1071181"/>
            <a:ext cx="2686281" cy="1588484"/>
          </a:xfrm>
          <a:custGeom>
            <a:avLst/>
            <a:gdLst>
              <a:gd name="connsiteX0" fmla="*/ 2686281 w 2686281"/>
              <a:gd name="connsiteY0" fmla="*/ 0 h 1588484"/>
              <a:gd name="connsiteX1" fmla="*/ 2686281 w 2686281"/>
              <a:gd name="connsiteY1" fmla="*/ 1426559 h 1588484"/>
              <a:gd name="connsiteX2" fmla="*/ 2524356 w 2686281"/>
              <a:gd name="connsiteY2" fmla="*/ 1588484 h 1588484"/>
              <a:gd name="connsiteX3" fmla="*/ 142916 w 2686281"/>
              <a:gd name="connsiteY3" fmla="*/ 1588484 h 1588484"/>
              <a:gd name="connsiteX4" fmla="*/ 1089 w 2686281"/>
              <a:gd name="connsiteY4" fmla="*/ 1428179 h 1588484"/>
              <a:gd name="connsiteX5" fmla="*/ 156918 w 2686281"/>
              <a:gd name="connsiteY5" fmla="*/ 158877 h 1588484"/>
              <a:gd name="connsiteX6" fmla="*/ 336559 w 2686281"/>
              <a:gd name="connsiteY6" fmla="*/ 0 h 1588484"/>
              <a:gd name="connsiteX7" fmla="*/ 2686186 w 2686281"/>
              <a:gd name="connsiteY7" fmla="*/ 0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6281" h="1588484">
                <a:moveTo>
                  <a:pt x="2686281" y="0"/>
                </a:moveTo>
                <a:lnTo>
                  <a:pt x="2686281" y="1426559"/>
                </a:lnTo>
                <a:cubicBezTo>
                  <a:pt x="2686281" y="1515999"/>
                  <a:pt x="2613796" y="1588484"/>
                  <a:pt x="2524356" y="1588484"/>
                </a:cubicBezTo>
                <a:lnTo>
                  <a:pt x="142916" y="1588484"/>
                </a:lnTo>
                <a:cubicBezTo>
                  <a:pt x="57095" y="1588484"/>
                  <a:pt x="-9389" y="1513332"/>
                  <a:pt x="1089" y="1428179"/>
                </a:cubicBezTo>
                <a:lnTo>
                  <a:pt x="156918" y="158877"/>
                </a:lnTo>
                <a:cubicBezTo>
                  <a:pt x="168062" y="68104"/>
                  <a:pt x="245119" y="0"/>
                  <a:pt x="336559" y="0"/>
                </a:cubicBezTo>
                <a:lnTo>
                  <a:pt x="2686186" y="0"/>
                </a:lnTo>
                <a:close/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E5CDFF-3935-AB95-F3FD-DEB337BB7E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0400" y="1310400"/>
            <a:ext cx="2276540" cy="11302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                       Press ENTER then TAB to view next text style        Press SHIFT+TAB to view previous text style</a:t>
            </a:r>
            <a:endParaRPr lang="en-GB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710023F0-23F7-87A0-473F-7ADDE99913F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7175" y="2916840"/>
            <a:ext cx="2684846" cy="1588484"/>
          </a:xfrm>
          <a:custGeom>
            <a:avLst/>
            <a:gdLst>
              <a:gd name="connsiteX0" fmla="*/ 161925 w 2684846"/>
              <a:gd name="connsiteY0" fmla="*/ 0 h 1588484"/>
              <a:gd name="connsiteX1" fmla="*/ 2543270 w 2684846"/>
              <a:gd name="connsiteY1" fmla="*/ 0 h 1588484"/>
              <a:gd name="connsiteX2" fmla="*/ 2679426 w 2684846"/>
              <a:gd name="connsiteY2" fmla="*/ 99334 h 1588484"/>
              <a:gd name="connsiteX3" fmla="*/ 2684846 w 2684846"/>
              <a:gd name="connsiteY3" fmla="*/ 157597 h 1588484"/>
              <a:gd name="connsiteX4" fmla="*/ 2684846 w 2684846"/>
              <a:gd name="connsiteY4" fmla="*/ 162359 h 1588484"/>
              <a:gd name="connsiteX5" fmla="*/ 2509742 w 2684846"/>
              <a:gd name="connsiteY5" fmla="*/ 1588484 h 1588484"/>
              <a:gd name="connsiteX6" fmla="*/ 0 w 2684846"/>
              <a:gd name="connsiteY6" fmla="*/ 1588484 h 1588484"/>
              <a:gd name="connsiteX7" fmla="*/ 0 w 2684846"/>
              <a:gd name="connsiteY7" fmla="*/ 161925 h 1588484"/>
              <a:gd name="connsiteX8" fmla="*/ 161925 w 2684846"/>
              <a:gd name="connsiteY8" fmla="*/ 0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84846" h="1588484">
                <a:moveTo>
                  <a:pt x="161925" y="0"/>
                </a:moveTo>
                <a:lnTo>
                  <a:pt x="2543270" y="0"/>
                </a:lnTo>
                <a:cubicBezTo>
                  <a:pt x="2607636" y="0"/>
                  <a:pt x="2661125" y="42273"/>
                  <a:pt x="2679426" y="99334"/>
                </a:cubicBezTo>
                <a:lnTo>
                  <a:pt x="2684846" y="157597"/>
                </a:lnTo>
                <a:lnTo>
                  <a:pt x="2684846" y="162359"/>
                </a:lnTo>
                <a:lnTo>
                  <a:pt x="2509742" y="1588484"/>
                </a:lnTo>
                <a:lnTo>
                  <a:pt x="0" y="1588484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3A7BD7-B17D-37FF-E629-662D7ABC67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10214" y="1310400"/>
            <a:ext cx="2182431" cy="11302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Press ENTER then TAB to view next text style    Press SHIFT+TAB to view previous text style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EC6F433-448A-454D-CE0A-9D23CA793AE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042625" y="2916745"/>
            <a:ext cx="2832149" cy="1588484"/>
          </a:xfrm>
          <a:custGeom>
            <a:avLst/>
            <a:gdLst>
              <a:gd name="connsiteX0" fmla="*/ 336559 w 2832149"/>
              <a:gd name="connsiteY0" fmla="*/ 0 h 1588484"/>
              <a:gd name="connsiteX1" fmla="*/ 2689235 w 2832149"/>
              <a:gd name="connsiteY1" fmla="*/ 0 h 1588484"/>
              <a:gd name="connsiteX2" fmla="*/ 2831061 w 2832149"/>
              <a:gd name="connsiteY2" fmla="*/ 160306 h 1588484"/>
              <a:gd name="connsiteX3" fmla="*/ 2655706 w 2832149"/>
              <a:gd name="connsiteY3" fmla="*/ 1588484 h 1588484"/>
              <a:gd name="connsiteX4" fmla="*/ 142916 w 2832149"/>
              <a:gd name="connsiteY4" fmla="*/ 1588484 h 1588484"/>
              <a:gd name="connsiteX5" fmla="*/ 1089 w 2832149"/>
              <a:gd name="connsiteY5" fmla="*/ 1428179 h 1588484"/>
              <a:gd name="connsiteX6" fmla="*/ 156918 w 2832149"/>
              <a:gd name="connsiteY6" fmla="*/ 158877 h 1588484"/>
              <a:gd name="connsiteX7" fmla="*/ 336559 w 2832149"/>
              <a:gd name="connsiteY7" fmla="*/ 0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2149" h="1588484">
                <a:moveTo>
                  <a:pt x="336559" y="0"/>
                </a:moveTo>
                <a:lnTo>
                  <a:pt x="2689235" y="0"/>
                </a:lnTo>
                <a:cubicBezTo>
                  <a:pt x="2775055" y="0"/>
                  <a:pt x="2841539" y="75152"/>
                  <a:pt x="2831061" y="160306"/>
                </a:cubicBezTo>
                <a:lnTo>
                  <a:pt x="2655706" y="1588484"/>
                </a:lnTo>
                <a:lnTo>
                  <a:pt x="142916" y="1588484"/>
                </a:lnTo>
                <a:cubicBezTo>
                  <a:pt x="57096" y="1588484"/>
                  <a:pt x="-9389" y="1513332"/>
                  <a:pt x="1089" y="1428179"/>
                </a:cubicBezTo>
                <a:lnTo>
                  <a:pt x="156918" y="158877"/>
                </a:lnTo>
                <a:cubicBezTo>
                  <a:pt x="168062" y="68104"/>
                  <a:pt x="245119" y="0"/>
                  <a:pt x="33655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tIns="36000" rIns="3600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9641BA8-66E5-1D6B-DA7B-35BD34ED3F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057" y="1310400"/>
            <a:ext cx="2211347" cy="11302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Press ENTER then TAB to view next text style           Press SHIFT+TAB to view previous text style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F7622C30-4140-FA04-F5A1-120C9B3D1FD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974039" y="2916840"/>
            <a:ext cx="2912785" cy="1588484"/>
          </a:xfrm>
          <a:custGeom>
            <a:avLst/>
            <a:gdLst>
              <a:gd name="connsiteX0" fmla="*/ 336559 w 2912785"/>
              <a:gd name="connsiteY0" fmla="*/ 0 h 1588484"/>
              <a:gd name="connsiteX1" fmla="*/ 2750861 w 2912785"/>
              <a:gd name="connsiteY1" fmla="*/ 0 h 1588484"/>
              <a:gd name="connsiteX2" fmla="*/ 2900063 w 2912785"/>
              <a:gd name="connsiteY2" fmla="*/ 98892 h 1588484"/>
              <a:gd name="connsiteX3" fmla="*/ 2912785 w 2912785"/>
              <a:gd name="connsiteY3" fmla="*/ 161920 h 1588484"/>
              <a:gd name="connsiteX4" fmla="*/ 2912785 w 2912785"/>
              <a:gd name="connsiteY4" fmla="*/ 1588484 h 1588484"/>
              <a:gd name="connsiteX5" fmla="*/ 142916 w 2912785"/>
              <a:gd name="connsiteY5" fmla="*/ 1588484 h 1588484"/>
              <a:gd name="connsiteX6" fmla="*/ 1089 w 2912785"/>
              <a:gd name="connsiteY6" fmla="*/ 1428179 h 1588484"/>
              <a:gd name="connsiteX7" fmla="*/ 156918 w 2912785"/>
              <a:gd name="connsiteY7" fmla="*/ 158877 h 1588484"/>
              <a:gd name="connsiteX8" fmla="*/ 336559 w 2912785"/>
              <a:gd name="connsiteY8" fmla="*/ 0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2785" h="1588484">
                <a:moveTo>
                  <a:pt x="336559" y="0"/>
                </a:moveTo>
                <a:lnTo>
                  <a:pt x="2750861" y="0"/>
                </a:lnTo>
                <a:cubicBezTo>
                  <a:pt x="2817941" y="0"/>
                  <a:pt x="2875484" y="40773"/>
                  <a:pt x="2900063" y="98892"/>
                </a:cubicBezTo>
                <a:lnTo>
                  <a:pt x="2912785" y="161920"/>
                </a:lnTo>
                <a:lnTo>
                  <a:pt x="2912785" y="1588484"/>
                </a:lnTo>
                <a:lnTo>
                  <a:pt x="142916" y="1588484"/>
                </a:lnTo>
                <a:cubicBezTo>
                  <a:pt x="57096" y="1588484"/>
                  <a:pt x="-9389" y="1513332"/>
                  <a:pt x="1089" y="1428179"/>
                </a:cubicBezTo>
                <a:lnTo>
                  <a:pt x="156918" y="158877"/>
                </a:lnTo>
                <a:cubicBezTo>
                  <a:pt x="168062" y="68104"/>
                  <a:pt x="245119" y="0"/>
                  <a:pt x="33655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tIns="36000" rIns="3600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338252-906F-4FDA-BD3F-944A5D7324D8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2360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19" name="Picture Placeholder 1">
            <a:extLst>
              <a:ext uri="{FF2B5EF4-FFF2-40B4-BE49-F238E27FC236}">
                <a16:creationId xmlns:a16="http://schemas.microsoft.com/office/drawing/2014/main" id="{6268F0A3-EF73-F691-AF87-A7FF601367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5836" y="1065600"/>
            <a:ext cx="1938664" cy="1875948"/>
          </a:xfrm>
          <a:custGeom>
            <a:avLst/>
            <a:gdLst>
              <a:gd name="connsiteX0" fmla="*/ 161925 w 1938664"/>
              <a:gd name="connsiteY0" fmla="*/ 0 h 1875948"/>
              <a:gd name="connsiteX1" fmla="*/ 1795748 w 1938664"/>
              <a:gd name="connsiteY1" fmla="*/ 0 h 1875948"/>
              <a:gd name="connsiteX2" fmla="*/ 1937576 w 1938664"/>
              <a:gd name="connsiteY2" fmla="*/ 160306 h 1875948"/>
              <a:gd name="connsiteX3" fmla="*/ 1746409 w 1938664"/>
              <a:gd name="connsiteY3" fmla="*/ 1717072 h 1875948"/>
              <a:gd name="connsiteX4" fmla="*/ 1631845 w 1938664"/>
              <a:gd name="connsiteY4" fmla="*/ 1863890 h 1875948"/>
              <a:gd name="connsiteX5" fmla="*/ 1566773 w 1938664"/>
              <a:gd name="connsiteY5" fmla="*/ 1875948 h 1875948"/>
              <a:gd name="connsiteX6" fmla="*/ 0 w 1938664"/>
              <a:gd name="connsiteY6" fmla="*/ 1875948 h 1875948"/>
              <a:gd name="connsiteX7" fmla="*/ 0 w 1938664"/>
              <a:gd name="connsiteY7" fmla="*/ 161925 h 1875948"/>
              <a:gd name="connsiteX8" fmla="*/ 161925 w 1938664"/>
              <a:gd name="connsiteY8" fmla="*/ 0 h 187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8664" h="1875948">
                <a:moveTo>
                  <a:pt x="161925" y="0"/>
                </a:moveTo>
                <a:lnTo>
                  <a:pt x="1795748" y="0"/>
                </a:lnTo>
                <a:cubicBezTo>
                  <a:pt x="1881568" y="0"/>
                  <a:pt x="1948053" y="75152"/>
                  <a:pt x="1937576" y="160306"/>
                </a:cubicBezTo>
                <a:lnTo>
                  <a:pt x="1746409" y="1717072"/>
                </a:lnTo>
                <a:cubicBezTo>
                  <a:pt x="1738050" y="1785152"/>
                  <a:pt x="1692616" y="1840480"/>
                  <a:pt x="1631845" y="1863890"/>
                </a:cubicBezTo>
                <a:lnTo>
                  <a:pt x="1566773" y="1875948"/>
                </a:lnTo>
                <a:lnTo>
                  <a:pt x="0" y="1875948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E5CDFF-3935-AB95-F3FD-DEB337BB7E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5837" y="3220349"/>
            <a:ext cx="1938664" cy="12786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     Press ENTER then TAB to view next text style  Press SHIFT+TAB to view previous text style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6171FD3F-A1EF-03F0-BE77-6C66ADEF272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85833" y="1065600"/>
            <a:ext cx="1945998" cy="1875948"/>
          </a:xfrm>
          <a:custGeom>
            <a:avLst/>
            <a:gdLst>
              <a:gd name="connsiteX0" fmla="*/ 161925 w 1945998"/>
              <a:gd name="connsiteY0" fmla="*/ 0 h 1875948"/>
              <a:gd name="connsiteX1" fmla="*/ 1803083 w 1945998"/>
              <a:gd name="connsiteY1" fmla="*/ 0 h 1875948"/>
              <a:gd name="connsiteX2" fmla="*/ 1944910 w 1945998"/>
              <a:gd name="connsiteY2" fmla="*/ 160306 h 1875948"/>
              <a:gd name="connsiteX3" fmla="*/ 1753743 w 1945998"/>
              <a:gd name="connsiteY3" fmla="*/ 1717072 h 1875948"/>
              <a:gd name="connsiteX4" fmla="*/ 1639180 w 1945998"/>
              <a:gd name="connsiteY4" fmla="*/ 1863890 h 1875948"/>
              <a:gd name="connsiteX5" fmla="*/ 1574108 w 1945998"/>
              <a:gd name="connsiteY5" fmla="*/ 1875948 h 1875948"/>
              <a:gd name="connsiteX6" fmla="*/ 0 w 1945998"/>
              <a:gd name="connsiteY6" fmla="*/ 1875948 h 1875948"/>
              <a:gd name="connsiteX7" fmla="*/ 0 w 1945998"/>
              <a:gd name="connsiteY7" fmla="*/ 161925 h 1875948"/>
              <a:gd name="connsiteX8" fmla="*/ 161925 w 1945998"/>
              <a:gd name="connsiteY8" fmla="*/ 0 h 187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5998" h="1875948">
                <a:moveTo>
                  <a:pt x="161925" y="0"/>
                </a:moveTo>
                <a:lnTo>
                  <a:pt x="1803083" y="0"/>
                </a:lnTo>
                <a:cubicBezTo>
                  <a:pt x="1888903" y="0"/>
                  <a:pt x="1955387" y="75152"/>
                  <a:pt x="1944910" y="160306"/>
                </a:cubicBezTo>
                <a:lnTo>
                  <a:pt x="1753743" y="1717072"/>
                </a:lnTo>
                <a:cubicBezTo>
                  <a:pt x="1745385" y="1785152"/>
                  <a:pt x="1699951" y="1840480"/>
                  <a:pt x="1639180" y="1863890"/>
                </a:cubicBezTo>
                <a:lnTo>
                  <a:pt x="1574108" y="1875948"/>
                </a:lnTo>
                <a:lnTo>
                  <a:pt x="0" y="1875948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3A7BD7-B17D-37FF-E629-662D7ABC67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85833" y="3220349"/>
            <a:ext cx="1945998" cy="12786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Press ENTER then TAB to view next text style  Press SHIFT+TAB to view previous text style</a:t>
            </a:r>
          </a:p>
        </p:txBody>
      </p: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36F64DD9-D7CE-6009-1AA4-2E9769D3253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07445" y="1065600"/>
            <a:ext cx="1946093" cy="1875948"/>
          </a:xfrm>
          <a:custGeom>
            <a:avLst/>
            <a:gdLst>
              <a:gd name="connsiteX0" fmla="*/ 162020 w 1946093"/>
              <a:gd name="connsiteY0" fmla="*/ 0 h 1875948"/>
              <a:gd name="connsiteX1" fmla="*/ 1803178 w 1946093"/>
              <a:gd name="connsiteY1" fmla="*/ 0 h 1875948"/>
              <a:gd name="connsiteX2" fmla="*/ 1945005 w 1946093"/>
              <a:gd name="connsiteY2" fmla="*/ 160306 h 1875948"/>
              <a:gd name="connsiteX3" fmla="*/ 1944910 w 1946093"/>
              <a:gd name="connsiteY3" fmla="*/ 160306 h 1875948"/>
              <a:gd name="connsiteX4" fmla="*/ 1753743 w 1946093"/>
              <a:gd name="connsiteY4" fmla="*/ 1717072 h 1875948"/>
              <a:gd name="connsiteX5" fmla="*/ 1639180 w 1946093"/>
              <a:gd name="connsiteY5" fmla="*/ 1863890 h 1875948"/>
              <a:gd name="connsiteX6" fmla="*/ 1574107 w 1946093"/>
              <a:gd name="connsiteY6" fmla="*/ 1875948 h 1875948"/>
              <a:gd name="connsiteX7" fmla="*/ 0 w 1946093"/>
              <a:gd name="connsiteY7" fmla="*/ 1875948 h 1875948"/>
              <a:gd name="connsiteX8" fmla="*/ 0 w 1946093"/>
              <a:gd name="connsiteY8" fmla="*/ 161925 h 1875948"/>
              <a:gd name="connsiteX9" fmla="*/ 162020 w 1946093"/>
              <a:gd name="connsiteY9" fmla="*/ 0 h 187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46093" h="1875948">
                <a:moveTo>
                  <a:pt x="162020" y="0"/>
                </a:moveTo>
                <a:lnTo>
                  <a:pt x="1803178" y="0"/>
                </a:lnTo>
                <a:cubicBezTo>
                  <a:pt x="1888998" y="0"/>
                  <a:pt x="1955483" y="75152"/>
                  <a:pt x="1945005" y="160306"/>
                </a:cubicBezTo>
                <a:lnTo>
                  <a:pt x="1944910" y="160306"/>
                </a:lnTo>
                <a:lnTo>
                  <a:pt x="1753743" y="1717072"/>
                </a:lnTo>
                <a:cubicBezTo>
                  <a:pt x="1745385" y="1785152"/>
                  <a:pt x="1699951" y="1840480"/>
                  <a:pt x="1639180" y="1863890"/>
                </a:cubicBezTo>
                <a:lnTo>
                  <a:pt x="1574107" y="1875948"/>
                </a:lnTo>
                <a:lnTo>
                  <a:pt x="0" y="1875948"/>
                </a:lnTo>
                <a:lnTo>
                  <a:pt x="0" y="161925"/>
                </a:lnTo>
                <a:cubicBezTo>
                  <a:pt x="95" y="72485"/>
                  <a:pt x="72580" y="0"/>
                  <a:pt x="16202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9641BA8-66E5-1D6B-DA7B-35BD34ED3F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07445" y="3220349"/>
            <a:ext cx="1946093" cy="12786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Press ENTER then TAB to view next text style  Press SHIFT+TAB to view previous text style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DE4AE5DC-11F6-01D0-A76A-FEBB35329BA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929150" y="1065600"/>
            <a:ext cx="1946093" cy="1875948"/>
          </a:xfrm>
          <a:custGeom>
            <a:avLst/>
            <a:gdLst>
              <a:gd name="connsiteX0" fmla="*/ 162020 w 1946093"/>
              <a:gd name="connsiteY0" fmla="*/ 0 h 1875948"/>
              <a:gd name="connsiteX1" fmla="*/ 1803178 w 1946093"/>
              <a:gd name="connsiteY1" fmla="*/ 0 h 1875948"/>
              <a:gd name="connsiteX2" fmla="*/ 1945005 w 1946093"/>
              <a:gd name="connsiteY2" fmla="*/ 160306 h 1875948"/>
              <a:gd name="connsiteX3" fmla="*/ 1944910 w 1946093"/>
              <a:gd name="connsiteY3" fmla="*/ 160306 h 1875948"/>
              <a:gd name="connsiteX4" fmla="*/ 1753744 w 1946093"/>
              <a:gd name="connsiteY4" fmla="*/ 1717072 h 1875948"/>
              <a:gd name="connsiteX5" fmla="*/ 1639180 w 1946093"/>
              <a:gd name="connsiteY5" fmla="*/ 1863890 h 1875948"/>
              <a:gd name="connsiteX6" fmla="*/ 1574107 w 1946093"/>
              <a:gd name="connsiteY6" fmla="*/ 1875948 h 1875948"/>
              <a:gd name="connsiteX7" fmla="*/ 0 w 1946093"/>
              <a:gd name="connsiteY7" fmla="*/ 1875948 h 1875948"/>
              <a:gd name="connsiteX8" fmla="*/ 0 w 1946093"/>
              <a:gd name="connsiteY8" fmla="*/ 161925 h 1875948"/>
              <a:gd name="connsiteX9" fmla="*/ 162020 w 1946093"/>
              <a:gd name="connsiteY9" fmla="*/ 0 h 187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46093" h="1875948">
                <a:moveTo>
                  <a:pt x="162020" y="0"/>
                </a:moveTo>
                <a:lnTo>
                  <a:pt x="1803178" y="0"/>
                </a:lnTo>
                <a:cubicBezTo>
                  <a:pt x="1888998" y="0"/>
                  <a:pt x="1955483" y="75152"/>
                  <a:pt x="1945005" y="160306"/>
                </a:cubicBezTo>
                <a:lnTo>
                  <a:pt x="1944910" y="160306"/>
                </a:lnTo>
                <a:lnTo>
                  <a:pt x="1753744" y="1717072"/>
                </a:lnTo>
                <a:cubicBezTo>
                  <a:pt x="1745385" y="1785152"/>
                  <a:pt x="1699951" y="1840480"/>
                  <a:pt x="1639180" y="1863890"/>
                </a:cubicBezTo>
                <a:lnTo>
                  <a:pt x="1574107" y="1875948"/>
                </a:lnTo>
                <a:lnTo>
                  <a:pt x="0" y="1875948"/>
                </a:lnTo>
                <a:lnTo>
                  <a:pt x="0" y="161925"/>
                </a:lnTo>
                <a:cubicBezTo>
                  <a:pt x="95" y="72485"/>
                  <a:pt x="72581" y="0"/>
                  <a:pt x="16202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36000" rIns="36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338252-906F-4FDA-BD3F-944A5D7324D8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9" name="Pladsholder til tekst 28">
            <a:extLst>
              <a:ext uri="{FF2B5EF4-FFF2-40B4-BE49-F238E27FC236}">
                <a16:creationId xmlns:a16="http://schemas.microsoft.com/office/drawing/2014/main" id="{FBFF058A-6DC8-DAD0-794C-6378B7F25A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29150" y="3220348"/>
            <a:ext cx="1946093" cy="12786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Press ENTER then TAB to view next text style  Press SHIFT+TAB to view previous text style</a:t>
            </a:r>
          </a:p>
        </p:txBody>
      </p:sp>
    </p:spTree>
    <p:extLst>
      <p:ext uri="{BB962C8B-B14F-4D97-AF65-F5344CB8AC3E}">
        <p14:creationId xmlns:p14="http://schemas.microsoft.com/office/powerpoint/2010/main" val="4244547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14">
            <a:extLst>
              <a:ext uri="{FF2B5EF4-FFF2-40B4-BE49-F238E27FC236}">
                <a16:creationId xmlns:a16="http://schemas.microsoft.com/office/drawing/2014/main" id="{710DF4F7-09C3-712A-A98D-B557920B21F1}"/>
              </a:ext>
            </a:extLst>
          </p:cNvPr>
          <p:cNvSpPr/>
          <p:nvPr userDrawn="1"/>
        </p:nvSpPr>
        <p:spPr>
          <a:xfrm>
            <a:off x="255600" y="255600"/>
            <a:ext cx="3844869" cy="4248150"/>
          </a:xfrm>
          <a:custGeom>
            <a:avLst/>
            <a:gdLst>
              <a:gd name="connsiteX0" fmla="*/ 2756726 w 3844869"/>
              <a:gd name="connsiteY0" fmla="*/ 4248150 h 4248150"/>
              <a:gd name="connsiteX1" fmla="*/ 161925 w 3844869"/>
              <a:gd name="connsiteY1" fmla="*/ 4248150 h 4248150"/>
              <a:gd name="connsiteX2" fmla="*/ 0 w 3844869"/>
              <a:gd name="connsiteY2" fmla="*/ 4086225 h 4248150"/>
              <a:gd name="connsiteX3" fmla="*/ 0 w 3844869"/>
              <a:gd name="connsiteY3" fmla="*/ 0 h 4248150"/>
              <a:gd name="connsiteX4" fmla="*/ 3701891 w 3844869"/>
              <a:gd name="connsiteY4" fmla="*/ 0 h 4248150"/>
              <a:gd name="connsiteX5" fmla="*/ 3841147 w 3844869"/>
              <a:gd name="connsiteY5" fmla="*/ 174974 h 4248150"/>
              <a:gd name="connsiteX6" fmla="*/ 2933129 w 3844869"/>
              <a:gd name="connsiteY6" fmla="*/ 4107847 h 4248150"/>
              <a:gd name="connsiteX7" fmla="*/ 2756821 w 3844869"/>
              <a:gd name="connsiteY7" fmla="*/ 424815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2756726" y="4248150"/>
                </a:move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ubicBezTo>
                  <a:pt x="0" y="0"/>
                  <a:pt x="3701891" y="0"/>
                  <a:pt x="3701891" y="0"/>
                </a:cubicBezTo>
                <a:cubicBezTo>
                  <a:pt x="3793808" y="0"/>
                  <a:pt x="3861816" y="85439"/>
                  <a:pt x="3841147" y="174974"/>
                </a:cubicBezTo>
                <a:lnTo>
                  <a:pt x="2933129" y="4107847"/>
                </a:lnTo>
                <a:cubicBezTo>
                  <a:pt x="2914174" y="4189953"/>
                  <a:pt x="2841022" y="4248150"/>
                  <a:pt x="2756821" y="4248150"/>
                </a:cubicBez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01" y="590400"/>
            <a:ext cx="2925750" cy="828825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0" y="1422000"/>
            <a:ext cx="4314837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        Press ENTER then TAB to view next text style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61B3-C68D-4827-AF52-0E16ED34BF52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Pladsholder til tekst 28">
            <a:extLst>
              <a:ext uri="{FF2B5EF4-FFF2-40B4-BE49-F238E27FC236}">
                <a16:creationId xmlns:a16="http://schemas.microsoft.com/office/drawing/2014/main" id="{30EB4093-A62E-9624-1C02-414218FF0F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0400" y="1422001"/>
            <a:ext cx="2590950" cy="27864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52337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raphic 14">
            <a:extLst>
              <a:ext uri="{FF2B5EF4-FFF2-40B4-BE49-F238E27FC236}">
                <a16:creationId xmlns:a16="http://schemas.microsoft.com/office/drawing/2014/main" id="{EB72A759-695E-3FA2-CD3B-20CA13DE32B4}"/>
              </a:ext>
            </a:extLst>
          </p:cNvPr>
          <p:cNvSpPr/>
          <p:nvPr/>
        </p:nvSpPr>
        <p:spPr>
          <a:xfrm>
            <a:off x="255600" y="255600"/>
            <a:ext cx="3844869" cy="4248150"/>
          </a:xfrm>
          <a:custGeom>
            <a:avLst/>
            <a:gdLst>
              <a:gd name="connsiteX0" fmla="*/ 2756726 w 3844869"/>
              <a:gd name="connsiteY0" fmla="*/ 4248150 h 4248150"/>
              <a:gd name="connsiteX1" fmla="*/ 161925 w 3844869"/>
              <a:gd name="connsiteY1" fmla="*/ 4248150 h 4248150"/>
              <a:gd name="connsiteX2" fmla="*/ 0 w 3844869"/>
              <a:gd name="connsiteY2" fmla="*/ 4086225 h 4248150"/>
              <a:gd name="connsiteX3" fmla="*/ 0 w 3844869"/>
              <a:gd name="connsiteY3" fmla="*/ 0 h 4248150"/>
              <a:gd name="connsiteX4" fmla="*/ 3701891 w 3844869"/>
              <a:gd name="connsiteY4" fmla="*/ 0 h 4248150"/>
              <a:gd name="connsiteX5" fmla="*/ 3841147 w 3844869"/>
              <a:gd name="connsiteY5" fmla="*/ 174974 h 4248150"/>
              <a:gd name="connsiteX6" fmla="*/ 2933129 w 3844869"/>
              <a:gd name="connsiteY6" fmla="*/ 4107847 h 4248150"/>
              <a:gd name="connsiteX7" fmla="*/ 2756821 w 3844869"/>
              <a:gd name="connsiteY7" fmla="*/ 424815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2756726" y="4248150"/>
                </a:move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ubicBezTo>
                  <a:pt x="0" y="0"/>
                  <a:pt x="3701891" y="0"/>
                  <a:pt x="3701891" y="0"/>
                </a:cubicBezTo>
                <a:cubicBezTo>
                  <a:pt x="3793808" y="0"/>
                  <a:pt x="3861816" y="85439"/>
                  <a:pt x="3841147" y="174974"/>
                </a:cubicBezTo>
                <a:lnTo>
                  <a:pt x="2933129" y="4107847"/>
                </a:lnTo>
                <a:cubicBezTo>
                  <a:pt x="2914174" y="4189953"/>
                  <a:pt x="2841022" y="4248150"/>
                  <a:pt x="2756821" y="4248150"/>
                </a:cubicBezTo>
                <a:close/>
              </a:path>
            </a:pathLst>
          </a:custGeom>
          <a:solidFill>
            <a:schemeClr val="accent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1" y="590400"/>
            <a:ext cx="2925750" cy="828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60276" y="1422000"/>
            <a:ext cx="2085975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Press ENTER then TAB to view next text style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C137D26-CB03-2102-866B-CD0A9DAF3EB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00861" y="1423086"/>
            <a:ext cx="2085976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5" name="Pladsholder til tekst 28">
            <a:extLst>
              <a:ext uri="{FF2B5EF4-FFF2-40B4-BE49-F238E27FC236}">
                <a16:creationId xmlns:a16="http://schemas.microsoft.com/office/drawing/2014/main" id="{B8F44A45-908A-A17C-A44E-4822C3640E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0400" y="1422001"/>
            <a:ext cx="2590950" cy="27864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3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7458-31C9-4425-B994-9613B43E874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550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0D7EA2-C106-DE02-F0C9-484E146E3D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5600" y="255600"/>
            <a:ext cx="3844869" cy="4248150"/>
          </a:xfrm>
          <a:custGeom>
            <a:avLst/>
            <a:gdLst>
              <a:gd name="connsiteX0" fmla="*/ 0 w 3844869"/>
              <a:gd name="connsiteY0" fmla="*/ 0 h 4248150"/>
              <a:gd name="connsiteX1" fmla="*/ 10620 w 3844869"/>
              <a:gd name="connsiteY1" fmla="*/ 0 h 4248150"/>
              <a:gd name="connsiteX2" fmla="*/ 41574 w 3844869"/>
              <a:gd name="connsiteY2" fmla="*/ 0 h 4248150"/>
              <a:gd name="connsiteX3" fmla="*/ 91508 w 3844869"/>
              <a:gd name="connsiteY3" fmla="*/ 0 h 4248150"/>
              <a:gd name="connsiteX4" fmla="*/ 159066 w 3844869"/>
              <a:gd name="connsiteY4" fmla="*/ 0 h 4248150"/>
              <a:gd name="connsiteX5" fmla="*/ 242891 w 3844869"/>
              <a:gd name="connsiteY5" fmla="*/ 0 h 4248150"/>
              <a:gd name="connsiteX6" fmla="*/ 341630 w 3844869"/>
              <a:gd name="connsiteY6" fmla="*/ 0 h 4248150"/>
              <a:gd name="connsiteX7" fmla="*/ 453925 w 3844869"/>
              <a:gd name="connsiteY7" fmla="*/ 0 h 4248150"/>
              <a:gd name="connsiteX8" fmla="*/ 578421 w 3844869"/>
              <a:gd name="connsiteY8" fmla="*/ 0 h 4248150"/>
              <a:gd name="connsiteX9" fmla="*/ 713762 w 3844869"/>
              <a:gd name="connsiteY9" fmla="*/ 0 h 4248150"/>
              <a:gd name="connsiteX10" fmla="*/ 858593 w 3844869"/>
              <a:gd name="connsiteY10" fmla="*/ 0 h 4248150"/>
              <a:gd name="connsiteX11" fmla="*/ 1011558 w 3844869"/>
              <a:gd name="connsiteY11" fmla="*/ 0 h 4248150"/>
              <a:gd name="connsiteX12" fmla="*/ 1171302 w 3844869"/>
              <a:gd name="connsiteY12" fmla="*/ 0 h 4248150"/>
              <a:gd name="connsiteX13" fmla="*/ 1505701 w 3844869"/>
              <a:gd name="connsiteY13" fmla="*/ 0 h 4248150"/>
              <a:gd name="connsiteX14" fmla="*/ 1850946 w 3844869"/>
              <a:gd name="connsiteY14" fmla="*/ 0 h 4248150"/>
              <a:gd name="connsiteX15" fmla="*/ 2196190 w 3844869"/>
              <a:gd name="connsiteY15" fmla="*/ 0 h 4248150"/>
              <a:gd name="connsiteX16" fmla="*/ 2530590 w 3844869"/>
              <a:gd name="connsiteY16" fmla="*/ 0 h 4248150"/>
              <a:gd name="connsiteX17" fmla="*/ 2690333 w 3844869"/>
              <a:gd name="connsiteY17" fmla="*/ 0 h 4248150"/>
              <a:gd name="connsiteX18" fmla="*/ 2843298 w 3844869"/>
              <a:gd name="connsiteY18" fmla="*/ 0 h 4248150"/>
              <a:gd name="connsiteX19" fmla="*/ 2988129 w 3844869"/>
              <a:gd name="connsiteY19" fmla="*/ 0 h 4248150"/>
              <a:gd name="connsiteX20" fmla="*/ 3123471 w 3844869"/>
              <a:gd name="connsiteY20" fmla="*/ 0 h 4248150"/>
              <a:gd name="connsiteX21" fmla="*/ 3247967 w 3844869"/>
              <a:gd name="connsiteY21" fmla="*/ 0 h 4248150"/>
              <a:gd name="connsiteX22" fmla="*/ 3360262 w 3844869"/>
              <a:gd name="connsiteY22" fmla="*/ 0 h 4248150"/>
              <a:gd name="connsiteX23" fmla="*/ 3459000 w 3844869"/>
              <a:gd name="connsiteY23" fmla="*/ 0 h 4248150"/>
              <a:gd name="connsiteX24" fmla="*/ 3542826 w 3844869"/>
              <a:gd name="connsiteY24" fmla="*/ 0 h 4248150"/>
              <a:gd name="connsiteX25" fmla="*/ 3610383 w 3844869"/>
              <a:gd name="connsiteY25" fmla="*/ 0 h 4248150"/>
              <a:gd name="connsiteX26" fmla="*/ 3660317 w 3844869"/>
              <a:gd name="connsiteY26" fmla="*/ 0 h 4248150"/>
              <a:gd name="connsiteX27" fmla="*/ 3691272 w 3844869"/>
              <a:gd name="connsiteY27" fmla="*/ 0 h 4248150"/>
              <a:gd name="connsiteX28" fmla="*/ 3701891 w 3844869"/>
              <a:gd name="connsiteY28" fmla="*/ 0 h 4248150"/>
              <a:gd name="connsiteX29" fmla="*/ 3841147 w 3844869"/>
              <a:gd name="connsiteY29" fmla="*/ 174974 h 4248150"/>
              <a:gd name="connsiteX30" fmla="*/ 2933129 w 3844869"/>
              <a:gd name="connsiteY30" fmla="*/ 4107847 h 4248150"/>
              <a:gd name="connsiteX31" fmla="*/ 2756821 w 3844869"/>
              <a:gd name="connsiteY31" fmla="*/ 4248150 h 4248150"/>
              <a:gd name="connsiteX32" fmla="*/ 2756726 w 3844869"/>
              <a:gd name="connsiteY32" fmla="*/ 4248150 h 4248150"/>
              <a:gd name="connsiteX33" fmla="*/ 161925 w 3844869"/>
              <a:gd name="connsiteY33" fmla="*/ 4248150 h 4248150"/>
              <a:gd name="connsiteX34" fmla="*/ 0 w 3844869"/>
              <a:gd name="connsiteY34" fmla="*/ 4086225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844869" h="4248150">
                <a:moveTo>
                  <a:pt x="0" y="0"/>
                </a:moveTo>
                <a:lnTo>
                  <a:pt x="10620" y="0"/>
                </a:lnTo>
                <a:lnTo>
                  <a:pt x="41574" y="0"/>
                </a:lnTo>
                <a:lnTo>
                  <a:pt x="91508" y="0"/>
                </a:lnTo>
                <a:lnTo>
                  <a:pt x="159066" y="0"/>
                </a:lnTo>
                <a:lnTo>
                  <a:pt x="242891" y="0"/>
                </a:lnTo>
                <a:lnTo>
                  <a:pt x="341630" y="0"/>
                </a:lnTo>
                <a:lnTo>
                  <a:pt x="453925" y="0"/>
                </a:lnTo>
                <a:lnTo>
                  <a:pt x="578421" y="0"/>
                </a:lnTo>
                <a:lnTo>
                  <a:pt x="713762" y="0"/>
                </a:lnTo>
                <a:lnTo>
                  <a:pt x="858593" y="0"/>
                </a:lnTo>
                <a:lnTo>
                  <a:pt x="1011558" y="0"/>
                </a:lnTo>
                <a:lnTo>
                  <a:pt x="1171302" y="0"/>
                </a:lnTo>
                <a:lnTo>
                  <a:pt x="1505701" y="0"/>
                </a:lnTo>
                <a:lnTo>
                  <a:pt x="1850946" y="0"/>
                </a:lnTo>
                <a:lnTo>
                  <a:pt x="2196190" y="0"/>
                </a:lnTo>
                <a:lnTo>
                  <a:pt x="2530590" y="0"/>
                </a:lnTo>
                <a:lnTo>
                  <a:pt x="2690333" y="0"/>
                </a:lnTo>
                <a:lnTo>
                  <a:pt x="2843298" y="0"/>
                </a:lnTo>
                <a:lnTo>
                  <a:pt x="2988129" y="0"/>
                </a:lnTo>
                <a:lnTo>
                  <a:pt x="3123471" y="0"/>
                </a:lnTo>
                <a:lnTo>
                  <a:pt x="3247967" y="0"/>
                </a:lnTo>
                <a:lnTo>
                  <a:pt x="3360262" y="0"/>
                </a:lnTo>
                <a:lnTo>
                  <a:pt x="3459000" y="0"/>
                </a:lnTo>
                <a:lnTo>
                  <a:pt x="3542826" y="0"/>
                </a:lnTo>
                <a:lnTo>
                  <a:pt x="3610383" y="0"/>
                </a:lnTo>
                <a:lnTo>
                  <a:pt x="3660317" y="0"/>
                </a:lnTo>
                <a:lnTo>
                  <a:pt x="3691272" y="0"/>
                </a:lnTo>
                <a:lnTo>
                  <a:pt x="3701891" y="0"/>
                </a:lnTo>
                <a:cubicBezTo>
                  <a:pt x="3793808" y="0"/>
                  <a:pt x="3861816" y="85439"/>
                  <a:pt x="3841147" y="174974"/>
                </a:cubicBezTo>
                <a:lnTo>
                  <a:pt x="2933129" y="4107847"/>
                </a:lnTo>
                <a:cubicBezTo>
                  <a:pt x="2914174" y="4189953"/>
                  <a:pt x="2841022" y="4248150"/>
                  <a:pt x="2756821" y="4248150"/>
                </a:cubicBezTo>
                <a:lnTo>
                  <a:pt x="2756726" y="4248150"/>
                </a:ln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0" rIns="36000">
            <a:noAutofit/>
          </a:bodyPr>
          <a:lstStyle>
            <a:lvl1pPr marL="0" indent="0" algn="l">
              <a:buNone/>
              <a:defRPr sz="10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01" y="590400"/>
            <a:ext cx="2925750" cy="828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60276" y="1422000"/>
            <a:ext cx="2085975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Press ENTER then TAB to view next text style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C137D26-CB03-2102-866B-CD0A9DAF3EB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00861" y="1423086"/>
            <a:ext cx="2085976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Press ENTER then TAB to view next text style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12" name="Pladsholder til tekst 28">
            <a:extLst>
              <a:ext uri="{FF2B5EF4-FFF2-40B4-BE49-F238E27FC236}">
                <a16:creationId xmlns:a16="http://schemas.microsoft.com/office/drawing/2014/main" id="{25B19CEE-5385-063D-4C5B-071DD29297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0400" y="1422001"/>
            <a:ext cx="2590950" cy="27864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57B6-CED4-4784-BC30-794483747171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076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raphic 12">
            <a:extLst>
              <a:ext uri="{FF2B5EF4-FFF2-40B4-BE49-F238E27FC236}">
                <a16:creationId xmlns:a16="http://schemas.microsoft.com/office/drawing/2014/main" id="{3B78D89B-B4BC-D843-CAEE-08A717FB1127}"/>
              </a:ext>
            </a:extLst>
          </p:cNvPr>
          <p:cNvSpPr/>
          <p:nvPr/>
        </p:nvSpPr>
        <p:spPr>
          <a:xfrm>
            <a:off x="257175" y="1065600"/>
            <a:ext cx="2850968" cy="3434143"/>
          </a:xfrm>
          <a:custGeom>
            <a:avLst/>
            <a:gdLst>
              <a:gd name="connsiteX0" fmla="*/ 0 w 2850968"/>
              <a:gd name="connsiteY0" fmla="*/ 0 h 3434143"/>
              <a:gd name="connsiteX1" fmla="*/ 2708053 w 2850968"/>
              <a:gd name="connsiteY1" fmla="*/ 0 h 3434143"/>
              <a:gd name="connsiteX2" fmla="*/ 2849880 w 2850968"/>
              <a:gd name="connsiteY2" fmla="*/ 160306 h 3434143"/>
              <a:gd name="connsiteX3" fmla="*/ 2467451 w 2850968"/>
              <a:gd name="connsiteY3" fmla="*/ 3275266 h 3434143"/>
              <a:gd name="connsiteX4" fmla="*/ 2287810 w 2850968"/>
              <a:gd name="connsiteY4" fmla="*/ 3434144 h 3434143"/>
              <a:gd name="connsiteX5" fmla="*/ 161925 w 2850968"/>
              <a:gd name="connsiteY5" fmla="*/ 3434144 h 3434143"/>
              <a:gd name="connsiteX6" fmla="*/ 0 w 2850968"/>
              <a:gd name="connsiteY6" fmla="*/ 3272219 h 3434143"/>
              <a:gd name="connsiteX7" fmla="*/ 0 w 2850968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0968" h="3434143">
                <a:moveTo>
                  <a:pt x="0" y="0"/>
                </a:moveTo>
                <a:lnTo>
                  <a:pt x="2708053" y="0"/>
                </a:lnTo>
                <a:cubicBezTo>
                  <a:pt x="2793873" y="0"/>
                  <a:pt x="2860358" y="75152"/>
                  <a:pt x="2849880" y="160306"/>
                </a:cubicBezTo>
                <a:lnTo>
                  <a:pt x="2467451" y="3275266"/>
                </a:lnTo>
                <a:cubicBezTo>
                  <a:pt x="2456307" y="3366040"/>
                  <a:pt x="2379250" y="3434144"/>
                  <a:pt x="2287810" y="3434144"/>
                </a:cubicBezTo>
                <a:lnTo>
                  <a:pt x="161925" y="3434144"/>
                </a:lnTo>
                <a:cubicBezTo>
                  <a:pt x="72485" y="3434144"/>
                  <a:pt x="0" y="3361658"/>
                  <a:pt x="0" y="3272219"/>
                </a:cubicBezTo>
                <a:lnTo>
                  <a:pt x="0" y="0"/>
                </a:lnTo>
                <a:close/>
              </a:path>
            </a:pathLst>
          </a:custGeom>
          <a:solidFill>
            <a:srgbClr val="F2B1D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FE808FF6-6D0E-12DE-E59E-B9ECCCDB18C3}"/>
              </a:ext>
            </a:extLst>
          </p:cNvPr>
          <p:cNvSpPr/>
          <p:nvPr/>
        </p:nvSpPr>
        <p:spPr>
          <a:xfrm>
            <a:off x="2980903" y="1065600"/>
            <a:ext cx="3181868" cy="3434143"/>
          </a:xfrm>
          <a:custGeom>
            <a:avLst/>
            <a:gdLst>
              <a:gd name="connsiteX0" fmla="*/ 563159 w 3181868"/>
              <a:gd name="connsiteY0" fmla="*/ 0 h 3434143"/>
              <a:gd name="connsiteX1" fmla="*/ 3038992 w 3181868"/>
              <a:gd name="connsiteY1" fmla="*/ 0 h 3434143"/>
              <a:gd name="connsiteX2" fmla="*/ 3180724 w 3181868"/>
              <a:gd name="connsiteY2" fmla="*/ 160592 h 3434143"/>
              <a:gd name="connsiteX3" fmla="*/ 2771149 w 3181868"/>
              <a:gd name="connsiteY3" fmla="*/ 3434144 h 3434143"/>
              <a:gd name="connsiteX4" fmla="*/ 142916 w 3181868"/>
              <a:gd name="connsiteY4" fmla="*/ 3434144 h 3434143"/>
              <a:gd name="connsiteX5" fmla="*/ 1089 w 3181868"/>
              <a:gd name="connsiteY5" fmla="*/ 3273838 h 3434143"/>
              <a:gd name="connsiteX6" fmla="*/ 383517 w 3181868"/>
              <a:gd name="connsiteY6" fmla="*/ 158877 h 3434143"/>
              <a:gd name="connsiteX7" fmla="*/ 563159 w 3181868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81868" h="3434143">
                <a:moveTo>
                  <a:pt x="563159" y="0"/>
                </a:moveTo>
                <a:lnTo>
                  <a:pt x="3038992" y="0"/>
                </a:lnTo>
                <a:cubicBezTo>
                  <a:pt x="3124908" y="0"/>
                  <a:pt x="3191488" y="75343"/>
                  <a:pt x="3180724" y="160592"/>
                </a:cubicBezTo>
                <a:lnTo>
                  <a:pt x="2771149" y="3434144"/>
                </a:lnTo>
                <a:lnTo>
                  <a:pt x="142916" y="3434144"/>
                </a:lnTo>
                <a:cubicBezTo>
                  <a:pt x="57096" y="3434144"/>
                  <a:pt x="-9389" y="3358991"/>
                  <a:pt x="1089" y="3273838"/>
                </a:cubicBezTo>
                <a:lnTo>
                  <a:pt x="383517" y="158877"/>
                </a:lnTo>
                <a:cubicBezTo>
                  <a:pt x="394662" y="68104"/>
                  <a:pt x="471719" y="0"/>
                  <a:pt x="563159" y="0"/>
                </a:cubicBezTo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2" name="Graphic 18">
            <a:extLst>
              <a:ext uri="{FF2B5EF4-FFF2-40B4-BE49-F238E27FC236}">
                <a16:creationId xmlns:a16="http://schemas.microsoft.com/office/drawing/2014/main" id="{D015CB3E-4EF3-E8FF-A925-0FF0A3C4B8B8}"/>
              </a:ext>
            </a:extLst>
          </p:cNvPr>
          <p:cNvSpPr/>
          <p:nvPr/>
        </p:nvSpPr>
        <p:spPr>
          <a:xfrm>
            <a:off x="6028903" y="1065600"/>
            <a:ext cx="2857921" cy="3434143"/>
          </a:xfrm>
          <a:custGeom>
            <a:avLst/>
            <a:gdLst>
              <a:gd name="connsiteX0" fmla="*/ 563159 w 2857921"/>
              <a:gd name="connsiteY0" fmla="*/ 0 h 3434143"/>
              <a:gd name="connsiteX1" fmla="*/ 2695997 w 2857921"/>
              <a:gd name="connsiteY1" fmla="*/ 0 h 3434143"/>
              <a:gd name="connsiteX2" fmla="*/ 2857922 w 2857921"/>
              <a:gd name="connsiteY2" fmla="*/ 161925 h 3434143"/>
              <a:gd name="connsiteX3" fmla="*/ 2857922 w 2857921"/>
              <a:gd name="connsiteY3" fmla="*/ 3434144 h 3434143"/>
              <a:gd name="connsiteX4" fmla="*/ 142916 w 2857921"/>
              <a:gd name="connsiteY4" fmla="*/ 3434144 h 3434143"/>
              <a:gd name="connsiteX5" fmla="*/ 1089 w 2857921"/>
              <a:gd name="connsiteY5" fmla="*/ 3273838 h 3434143"/>
              <a:gd name="connsiteX6" fmla="*/ 383517 w 2857921"/>
              <a:gd name="connsiteY6" fmla="*/ 158877 h 3434143"/>
              <a:gd name="connsiteX7" fmla="*/ 563159 w 2857921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921" h="3434143">
                <a:moveTo>
                  <a:pt x="563159" y="0"/>
                </a:moveTo>
                <a:lnTo>
                  <a:pt x="2695997" y="0"/>
                </a:lnTo>
                <a:cubicBezTo>
                  <a:pt x="2785437" y="0"/>
                  <a:pt x="2857922" y="72485"/>
                  <a:pt x="2857922" y="161925"/>
                </a:cubicBezTo>
                <a:lnTo>
                  <a:pt x="2857922" y="3434144"/>
                </a:lnTo>
                <a:lnTo>
                  <a:pt x="142916" y="3434144"/>
                </a:lnTo>
                <a:cubicBezTo>
                  <a:pt x="57096" y="3434144"/>
                  <a:pt x="-9389" y="3358991"/>
                  <a:pt x="1089" y="3273838"/>
                </a:cubicBezTo>
                <a:lnTo>
                  <a:pt x="383517" y="158877"/>
                </a:lnTo>
                <a:cubicBezTo>
                  <a:pt x="394662" y="68104"/>
                  <a:pt x="471719" y="0"/>
                  <a:pt x="563159" y="0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15C9-0DDE-41B0-A3BE-F9872730DCDC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10CC8ED-2C61-7B88-9DB0-3B1F8345E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41E1F84-097B-B9FA-85D1-5FF95412AC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0400" y="1310399"/>
            <a:ext cx="1772309" cy="296596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       Press ENTER then TAB to view next text style                      Press SHIFT+TAB to view previous text style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  <a:endParaRPr lang="en-GB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110CC7A-2AAF-C8DB-A705-1383FFC6ABC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1640" y="1310399"/>
            <a:ext cx="1772309" cy="29659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GB" dirty="0"/>
              <a:t>Click to add text   Press ENTER then TAB to view next text style                      Press SHIFT+TAB to view previous text style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C3063DC-C386-4FBF-2BD1-EE5225E043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16268" y="1310399"/>
            <a:ext cx="1809118" cy="296596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Press ENTER then TAB to view next text style                      Press SHIFT+TAB to view previous text style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173435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raphic">
            <a:extLst>
              <a:ext uri="{FF2B5EF4-FFF2-40B4-BE49-F238E27FC236}">
                <a16:creationId xmlns:a16="http://schemas.microsoft.com/office/drawing/2014/main" id="{717B684D-3FC9-94CE-9D6D-9FA25595B07A}"/>
              </a:ext>
            </a:extLst>
          </p:cNvPr>
          <p:cNvSpPr/>
          <p:nvPr/>
        </p:nvSpPr>
        <p:spPr>
          <a:xfrm>
            <a:off x="257175" y="1065600"/>
            <a:ext cx="4151893" cy="1588579"/>
          </a:xfrm>
          <a:custGeom>
            <a:avLst/>
            <a:gdLst>
              <a:gd name="connsiteX0" fmla="*/ 3994976 w 4151893"/>
              <a:gd name="connsiteY0" fmla="*/ 158972 h 1588579"/>
              <a:gd name="connsiteX1" fmla="*/ 4150805 w 4151893"/>
              <a:gd name="connsiteY1" fmla="*/ 1428274 h 1588579"/>
              <a:gd name="connsiteX2" fmla="*/ 4008978 w 4151893"/>
              <a:gd name="connsiteY2" fmla="*/ 1588580 h 1588579"/>
              <a:gd name="connsiteX3" fmla="*/ 161925 w 4151893"/>
              <a:gd name="connsiteY3" fmla="*/ 1588580 h 1588579"/>
              <a:gd name="connsiteX4" fmla="*/ 0 w 4151893"/>
              <a:gd name="connsiteY4" fmla="*/ 1426559 h 1588579"/>
              <a:gd name="connsiteX5" fmla="*/ 0 w 4151893"/>
              <a:gd name="connsiteY5" fmla="*/ 0 h 1588579"/>
              <a:gd name="connsiteX6" fmla="*/ 3815334 w 4151893"/>
              <a:gd name="connsiteY6" fmla="*/ 0 h 1588579"/>
              <a:gd name="connsiteX7" fmla="*/ 3994976 w 4151893"/>
              <a:gd name="connsiteY7" fmla="*/ 158877 h 158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1893" h="1588579">
                <a:moveTo>
                  <a:pt x="3994976" y="158972"/>
                </a:moveTo>
                <a:lnTo>
                  <a:pt x="4150805" y="1428274"/>
                </a:lnTo>
                <a:cubicBezTo>
                  <a:pt x="4161282" y="1513427"/>
                  <a:pt x="4094798" y="1588580"/>
                  <a:pt x="4008978" y="1588580"/>
                </a:cubicBezTo>
                <a:lnTo>
                  <a:pt x="161925" y="1588580"/>
                </a:lnTo>
                <a:cubicBezTo>
                  <a:pt x="72485" y="1588484"/>
                  <a:pt x="0" y="1515999"/>
                  <a:pt x="0" y="1426559"/>
                </a:cubicBezTo>
                <a:lnTo>
                  <a:pt x="0" y="0"/>
                </a:lnTo>
                <a:lnTo>
                  <a:pt x="3815334" y="0"/>
                </a:lnTo>
                <a:cubicBezTo>
                  <a:pt x="3906774" y="0"/>
                  <a:pt x="3983831" y="68199"/>
                  <a:pt x="3994976" y="158877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6" name="Graphic">
            <a:extLst>
              <a:ext uri="{FF2B5EF4-FFF2-40B4-BE49-F238E27FC236}">
                <a16:creationId xmlns:a16="http://schemas.microsoft.com/office/drawing/2014/main" id="{AC0E966B-798C-FC91-7236-58242099A04F}"/>
              </a:ext>
            </a:extLst>
          </p:cNvPr>
          <p:cNvSpPr/>
          <p:nvPr/>
        </p:nvSpPr>
        <p:spPr>
          <a:xfrm>
            <a:off x="257175" y="2911354"/>
            <a:ext cx="4378493" cy="1588484"/>
          </a:xfrm>
          <a:custGeom>
            <a:avLst/>
            <a:gdLst>
              <a:gd name="connsiteX0" fmla="*/ 4221575 w 4378493"/>
              <a:gd name="connsiteY0" fmla="*/ 158877 h 1588484"/>
              <a:gd name="connsiteX1" fmla="*/ 4377405 w 4378493"/>
              <a:gd name="connsiteY1" fmla="*/ 1428179 h 1588484"/>
              <a:gd name="connsiteX2" fmla="*/ 4235577 w 4378493"/>
              <a:gd name="connsiteY2" fmla="*/ 1588484 h 1588484"/>
              <a:gd name="connsiteX3" fmla="*/ 0 w 4378493"/>
              <a:gd name="connsiteY3" fmla="*/ 1588484 h 1588484"/>
              <a:gd name="connsiteX4" fmla="*/ 0 w 4378493"/>
              <a:gd name="connsiteY4" fmla="*/ 161925 h 1588484"/>
              <a:gd name="connsiteX5" fmla="*/ 161925 w 4378493"/>
              <a:gd name="connsiteY5" fmla="*/ 0 h 1588484"/>
              <a:gd name="connsiteX6" fmla="*/ 4041934 w 4378493"/>
              <a:gd name="connsiteY6" fmla="*/ 0 h 1588484"/>
              <a:gd name="connsiteX7" fmla="*/ 4221575 w 4378493"/>
              <a:gd name="connsiteY7" fmla="*/ 158877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493" h="1588484">
                <a:moveTo>
                  <a:pt x="4221575" y="158877"/>
                </a:moveTo>
                <a:lnTo>
                  <a:pt x="4377405" y="1428179"/>
                </a:lnTo>
                <a:cubicBezTo>
                  <a:pt x="4387882" y="1513332"/>
                  <a:pt x="4321398" y="1588484"/>
                  <a:pt x="4235577" y="1588484"/>
                </a:cubicBezTo>
                <a:lnTo>
                  <a:pt x="0" y="1588484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lnTo>
                  <a:pt x="4041934" y="0"/>
                </a:lnTo>
                <a:cubicBezTo>
                  <a:pt x="4133374" y="0"/>
                  <a:pt x="4210431" y="68199"/>
                  <a:pt x="4221575" y="158877"/>
                </a:cubicBezTo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9" name="Graphic">
            <a:extLst>
              <a:ext uri="{FF2B5EF4-FFF2-40B4-BE49-F238E27FC236}">
                <a16:creationId xmlns:a16="http://schemas.microsoft.com/office/drawing/2014/main" id="{CDAC8980-54CF-60F2-139F-DB4F5BBEE630}"/>
              </a:ext>
            </a:extLst>
          </p:cNvPr>
          <p:cNvSpPr/>
          <p:nvPr/>
        </p:nvSpPr>
        <p:spPr>
          <a:xfrm>
            <a:off x="4508331" y="1065600"/>
            <a:ext cx="4378493" cy="1588484"/>
          </a:xfrm>
          <a:custGeom>
            <a:avLst/>
            <a:gdLst>
              <a:gd name="connsiteX0" fmla="*/ 4378493 w 4378493"/>
              <a:gd name="connsiteY0" fmla="*/ 0 h 1588484"/>
              <a:gd name="connsiteX1" fmla="*/ 4378493 w 4378493"/>
              <a:gd name="connsiteY1" fmla="*/ 1426559 h 1588484"/>
              <a:gd name="connsiteX2" fmla="*/ 4216568 w 4378493"/>
              <a:gd name="connsiteY2" fmla="*/ 1588484 h 1588484"/>
              <a:gd name="connsiteX3" fmla="*/ 336559 w 4378493"/>
              <a:gd name="connsiteY3" fmla="*/ 1588484 h 1588484"/>
              <a:gd name="connsiteX4" fmla="*/ 156918 w 4378493"/>
              <a:gd name="connsiteY4" fmla="*/ 1429607 h 1588484"/>
              <a:gd name="connsiteX5" fmla="*/ 1089 w 4378493"/>
              <a:gd name="connsiteY5" fmla="*/ 160306 h 1588484"/>
              <a:gd name="connsiteX6" fmla="*/ 142916 w 4378493"/>
              <a:gd name="connsiteY6" fmla="*/ 0 h 1588484"/>
              <a:gd name="connsiteX7" fmla="*/ 4378493 w 4378493"/>
              <a:gd name="connsiteY7" fmla="*/ 0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493" h="1588484">
                <a:moveTo>
                  <a:pt x="4378493" y="0"/>
                </a:moveTo>
                <a:lnTo>
                  <a:pt x="4378493" y="1426559"/>
                </a:lnTo>
                <a:cubicBezTo>
                  <a:pt x="4378493" y="1515999"/>
                  <a:pt x="4306008" y="1588484"/>
                  <a:pt x="4216568" y="1588484"/>
                </a:cubicBezTo>
                <a:lnTo>
                  <a:pt x="336559" y="1588484"/>
                </a:lnTo>
                <a:cubicBezTo>
                  <a:pt x="245119" y="1588484"/>
                  <a:pt x="168062" y="1520285"/>
                  <a:pt x="156918" y="1429607"/>
                </a:cubicBezTo>
                <a:lnTo>
                  <a:pt x="1089" y="160306"/>
                </a:lnTo>
                <a:cubicBezTo>
                  <a:pt x="-9389" y="75152"/>
                  <a:pt x="57096" y="0"/>
                  <a:pt x="142916" y="0"/>
                </a:cubicBezTo>
                <a:lnTo>
                  <a:pt x="4378493" y="0"/>
                </a:ln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7" name="Graphic">
            <a:extLst>
              <a:ext uri="{FF2B5EF4-FFF2-40B4-BE49-F238E27FC236}">
                <a16:creationId xmlns:a16="http://schemas.microsoft.com/office/drawing/2014/main" id="{00EE143A-95B8-4ACC-A9BC-29052446682B}"/>
              </a:ext>
            </a:extLst>
          </p:cNvPr>
          <p:cNvSpPr/>
          <p:nvPr/>
        </p:nvSpPr>
        <p:spPr>
          <a:xfrm>
            <a:off x="4734931" y="2911259"/>
            <a:ext cx="4151893" cy="1588484"/>
          </a:xfrm>
          <a:custGeom>
            <a:avLst/>
            <a:gdLst>
              <a:gd name="connsiteX0" fmla="*/ 4151893 w 4151893"/>
              <a:gd name="connsiteY0" fmla="*/ 161925 h 1588484"/>
              <a:gd name="connsiteX1" fmla="*/ 4151893 w 4151893"/>
              <a:gd name="connsiteY1" fmla="*/ 1588484 h 1588484"/>
              <a:gd name="connsiteX2" fmla="*/ 336559 w 4151893"/>
              <a:gd name="connsiteY2" fmla="*/ 1588484 h 1588484"/>
              <a:gd name="connsiteX3" fmla="*/ 156918 w 4151893"/>
              <a:gd name="connsiteY3" fmla="*/ 1429607 h 1588484"/>
              <a:gd name="connsiteX4" fmla="*/ 1089 w 4151893"/>
              <a:gd name="connsiteY4" fmla="*/ 160306 h 1588484"/>
              <a:gd name="connsiteX5" fmla="*/ 142916 w 4151893"/>
              <a:gd name="connsiteY5" fmla="*/ 0 h 1588484"/>
              <a:gd name="connsiteX6" fmla="*/ 3989968 w 4151893"/>
              <a:gd name="connsiteY6" fmla="*/ 0 h 1588484"/>
              <a:gd name="connsiteX7" fmla="*/ 4151893 w 4151893"/>
              <a:gd name="connsiteY7" fmla="*/ 161925 h 158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1893" h="1588484">
                <a:moveTo>
                  <a:pt x="4151893" y="161925"/>
                </a:moveTo>
                <a:lnTo>
                  <a:pt x="4151893" y="1588484"/>
                </a:lnTo>
                <a:lnTo>
                  <a:pt x="336559" y="1588484"/>
                </a:lnTo>
                <a:cubicBezTo>
                  <a:pt x="245119" y="1588484"/>
                  <a:pt x="168062" y="1520285"/>
                  <a:pt x="156918" y="1429607"/>
                </a:cubicBezTo>
                <a:lnTo>
                  <a:pt x="1089" y="160306"/>
                </a:lnTo>
                <a:cubicBezTo>
                  <a:pt x="-9389" y="75152"/>
                  <a:pt x="57096" y="0"/>
                  <a:pt x="142916" y="0"/>
                </a:cubicBezTo>
                <a:lnTo>
                  <a:pt x="3989968" y="0"/>
                </a:lnTo>
                <a:cubicBezTo>
                  <a:pt x="4079408" y="0"/>
                  <a:pt x="4151893" y="72485"/>
                  <a:pt x="4151893" y="161925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0F02FA21-EB2D-4B23-95BD-1C7C5AAB853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2" name="Titel 31">
            <a:extLst>
              <a:ext uri="{FF2B5EF4-FFF2-40B4-BE49-F238E27FC236}">
                <a16:creationId xmlns:a16="http://schemas.microsoft.com/office/drawing/2014/main" id="{11C91705-1098-45E5-EDA3-1C964D6E6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5FE1E9D-4536-1A2F-3032-BA3D480E5ED6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90400" y="1310400"/>
            <a:ext cx="3468987" cy="111654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                                           Press ENTER then TAB to view next text style     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BB642A9-6485-A1F2-B087-82A8290589BA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591187" y="3154396"/>
            <a:ext cx="3710468" cy="10875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Press ENTER then TAB to view next text style Press SHIFT+TAB to view previous text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A49F10-90EF-64C2-93F8-04A4F836FEE7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841777" y="1310400"/>
            <a:ext cx="3711600" cy="11165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         Press ENTER then TAB to view next text style Press SHIFT+TAB to view previous text style</a:t>
            </a:r>
          </a:p>
        </p:txBody>
      </p:sp>
      <p:sp>
        <p:nvSpPr>
          <p:cNvPr id="17" name="Pladsholder til tekst 28">
            <a:extLst>
              <a:ext uri="{FF2B5EF4-FFF2-40B4-BE49-F238E27FC236}">
                <a16:creationId xmlns:a16="http://schemas.microsoft.com/office/drawing/2014/main" id="{616ABA80-FB33-899A-361B-5DFD24135F2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070277" y="3153600"/>
            <a:ext cx="3470400" cy="12786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                       Press ENTER then TAB to view next text style                                                          Press SHIFT+TAB to view previous text style</a:t>
            </a:r>
          </a:p>
        </p:txBody>
      </p:sp>
    </p:spTree>
    <p:extLst>
      <p:ext uri="{BB962C8B-B14F-4D97-AF65-F5344CB8AC3E}">
        <p14:creationId xmlns:p14="http://schemas.microsoft.com/office/powerpoint/2010/main" val="184010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igur 31">
            <a:extLst>
              <a:ext uri="{FF2B5EF4-FFF2-40B4-BE49-F238E27FC236}">
                <a16:creationId xmlns:a16="http://schemas.microsoft.com/office/drawing/2014/main" id="{0E3F1878-1E2B-309B-2688-84B667CCE38B}"/>
              </a:ext>
            </a:extLst>
          </p:cNvPr>
          <p:cNvSpPr/>
          <p:nvPr/>
        </p:nvSpPr>
        <p:spPr>
          <a:xfrm>
            <a:off x="257175" y="255600"/>
            <a:ext cx="4151893" cy="1995487"/>
          </a:xfrm>
          <a:custGeom>
            <a:avLst/>
            <a:gdLst>
              <a:gd name="connsiteX0" fmla="*/ 3944970 w 4151893"/>
              <a:gd name="connsiteY0" fmla="*/ 158877 h 1995487"/>
              <a:gd name="connsiteX1" fmla="*/ 4150805 w 4151893"/>
              <a:gd name="connsiteY1" fmla="*/ 1835182 h 1995487"/>
              <a:gd name="connsiteX2" fmla="*/ 4008978 w 4151893"/>
              <a:gd name="connsiteY2" fmla="*/ 1995488 h 1995487"/>
              <a:gd name="connsiteX3" fmla="*/ 161925 w 4151893"/>
              <a:gd name="connsiteY3" fmla="*/ 1995488 h 1995487"/>
              <a:gd name="connsiteX4" fmla="*/ 0 w 4151893"/>
              <a:gd name="connsiteY4" fmla="*/ 1833563 h 1995487"/>
              <a:gd name="connsiteX5" fmla="*/ 0 w 4151893"/>
              <a:gd name="connsiteY5" fmla="*/ 0 h 1995487"/>
              <a:gd name="connsiteX6" fmla="*/ 3765328 w 4151893"/>
              <a:gd name="connsiteY6" fmla="*/ 0 h 1995487"/>
              <a:gd name="connsiteX7" fmla="*/ 3944970 w 4151893"/>
              <a:gd name="connsiteY7" fmla="*/ 158877 h 19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1893" h="1995487">
                <a:moveTo>
                  <a:pt x="3944970" y="158877"/>
                </a:moveTo>
                <a:lnTo>
                  <a:pt x="4150805" y="1835182"/>
                </a:lnTo>
                <a:cubicBezTo>
                  <a:pt x="4161282" y="1920335"/>
                  <a:pt x="4094798" y="1995488"/>
                  <a:pt x="4008978" y="1995488"/>
                </a:cubicBezTo>
                <a:lnTo>
                  <a:pt x="161925" y="1995488"/>
                </a:lnTo>
                <a:cubicBezTo>
                  <a:pt x="72485" y="1995488"/>
                  <a:pt x="0" y="1923002"/>
                  <a:pt x="0" y="1833563"/>
                </a:cubicBezTo>
                <a:lnTo>
                  <a:pt x="0" y="0"/>
                </a:lnTo>
                <a:lnTo>
                  <a:pt x="3765328" y="0"/>
                </a:lnTo>
                <a:cubicBezTo>
                  <a:pt x="3856768" y="0"/>
                  <a:pt x="3933825" y="68199"/>
                  <a:pt x="3944970" y="158877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4" name="figur 32">
            <a:extLst>
              <a:ext uri="{FF2B5EF4-FFF2-40B4-BE49-F238E27FC236}">
                <a16:creationId xmlns:a16="http://schemas.microsoft.com/office/drawing/2014/main" id="{A7718FFF-7BF0-1D31-24D2-C4D800A37829}"/>
              </a:ext>
            </a:extLst>
          </p:cNvPr>
          <p:cNvSpPr/>
          <p:nvPr/>
        </p:nvSpPr>
        <p:spPr>
          <a:xfrm>
            <a:off x="257175" y="2508262"/>
            <a:ext cx="4428499" cy="1995487"/>
          </a:xfrm>
          <a:custGeom>
            <a:avLst/>
            <a:gdLst>
              <a:gd name="connsiteX0" fmla="*/ 4221575 w 4428499"/>
              <a:gd name="connsiteY0" fmla="*/ 158877 h 1995487"/>
              <a:gd name="connsiteX1" fmla="*/ 4427411 w 4428499"/>
              <a:gd name="connsiteY1" fmla="*/ 1835182 h 1995487"/>
              <a:gd name="connsiteX2" fmla="*/ 4285583 w 4428499"/>
              <a:gd name="connsiteY2" fmla="*/ 1995488 h 1995487"/>
              <a:gd name="connsiteX3" fmla="*/ 0 w 4428499"/>
              <a:gd name="connsiteY3" fmla="*/ 1995488 h 1995487"/>
              <a:gd name="connsiteX4" fmla="*/ 0 w 4428499"/>
              <a:gd name="connsiteY4" fmla="*/ 161925 h 1995487"/>
              <a:gd name="connsiteX5" fmla="*/ 161925 w 4428499"/>
              <a:gd name="connsiteY5" fmla="*/ 0 h 1995487"/>
              <a:gd name="connsiteX6" fmla="*/ 4041934 w 4428499"/>
              <a:gd name="connsiteY6" fmla="*/ 0 h 1995487"/>
              <a:gd name="connsiteX7" fmla="*/ 4221575 w 4428499"/>
              <a:gd name="connsiteY7" fmla="*/ 158877 h 19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99" h="1995487">
                <a:moveTo>
                  <a:pt x="4221575" y="158877"/>
                </a:moveTo>
                <a:lnTo>
                  <a:pt x="4427411" y="1835182"/>
                </a:lnTo>
                <a:cubicBezTo>
                  <a:pt x="4437888" y="1920335"/>
                  <a:pt x="4371404" y="1995488"/>
                  <a:pt x="4285583" y="1995488"/>
                </a:cubicBezTo>
                <a:lnTo>
                  <a:pt x="0" y="1995488"/>
                </a:lnTo>
                <a:lnTo>
                  <a:pt x="0" y="161925"/>
                </a:lnTo>
                <a:cubicBezTo>
                  <a:pt x="0" y="72485"/>
                  <a:pt x="72485" y="0"/>
                  <a:pt x="161925" y="0"/>
                </a:cubicBezTo>
                <a:lnTo>
                  <a:pt x="4041934" y="0"/>
                </a:lnTo>
                <a:cubicBezTo>
                  <a:pt x="4133374" y="0"/>
                  <a:pt x="4210431" y="68199"/>
                  <a:pt x="4221575" y="158877"/>
                </a:cubicBezTo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3" name="figur 33">
            <a:extLst>
              <a:ext uri="{FF2B5EF4-FFF2-40B4-BE49-F238E27FC236}">
                <a16:creationId xmlns:a16="http://schemas.microsoft.com/office/drawing/2014/main" id="{306D701F-777D-CC24-C8BD-952EB5898E97}"/>
              </a:ext>
            </a:extLst>
          </p:cNvPr>
          <p:cNvSpPr/>
          <p:nvPr/>
        </p:nvSpPr>
        <p:spPr>
          <a:xfrm>
            <a:off x="4458344" y="255600"/>
            <a:ext cx="4428480" cy="1995487"/>
          </a:xfrm>
          <a:custGeom>
            <a:avLst/>
            <a:gdLst>
              <a:gd name="connsiteX0" fmla="*/ 4428481 w 4428480"/>
              <a:gd name="connsiteY0" fmla="*/ 0 h 1995487"/>
              <a:gd name="connsiteX1" fmla="*/ 4428481 w 4428480"/>
              <a:gd name="connsiteY1" fmla="*/ 1833563 h 1995487"/>
              <a:gd name="connsiteX2" fmla="*/ 4266556 w 4428480"/>
              <a:gd name="connsiteY2" fmla="*/ 1995488 h 1995487"/>
              <a:gd name="connsiteX3" fmla="*/ 386547 w 4428480"/>
              <a:gd name="connsiteY3" fmla="*/ 1995488 h 1995487"/>
              <a:gd name="connsiteX4" fmla="*/ 206906 w 4428480"/>
              <a:gd name="connsiteY4" fmla="*/ 1836611 h 1995487"/>
              <a:gd name="connsiteX5" fmla="*/ 1070 w 4428480"/>
              <a:gd name="connsiteY5" fmla="*/ 160306 h 1995487"/>
              <a:gd name="connsiteX6" fmla="*/ 142898 w 4428480"/>
              <a:gd name="connsiteY6" fmla="*/ 0 h 1995487"/>
              <a:gd name="connsiteX7" fmla="*/ 4428481 w 4428480"/>
              <a:gd name="connsiteY7" fmla="*/ 0 h 19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480" h="1995487">
                <a:moveTo>
                  <a:pt x="4428481" y="0"/>
                </a:moveTo>
                <a:lnTo>
                  <a:pt x="4428481" y="1833563"/>
                </a:lnTo>
                <a:cubicBezTo>
                  <a:pt x="4428481" y="1923002"/>
                  <a:pt x="4355996" y="1995488"/>
                  <a:pt x="4266556" y="1995488"/>
                </a:cubicBezTo>
                <a:lnTo>
                  <a:pt x="386547" y="1995488"/>
                </a:lnTo>
                <a:cubicBezTo>
                  <a:pt x="295107" y="1995488"/>
                  <a:pt x="218050" y="1927289"/>
                  <a:pt x="206906" y="1836611"/>
                </a:cubicBezTo>
                <a:lnTo>
                  <a:pt x="1070" y="160306"/>
                </a:lnTo>
                <a:cubicBezTo>
                  <a:pt x="-9312" y="75152"/>
                  <a:pt x="57173" y="0"/>
                  <a:pt x="142898" y="0"/>
                </a:cubicBezTo>
                <a:lnTo>
                  <a:pt x="4428481" y="0"/>
                </a:ln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5" name="figur 34">
            <a:extLst>
              <a:ext uri="{FF2B5EF4-FFF2-40B4-BE49-F238E27FC236}">
                <a16:creationId xmlns:a16="http://schemas.microsoft.com/office/drawing/2014/main" id="{4A9F88B8-F44B-E657-4A9E-BCF030E339FA}"/>
              </a:ext>
            </a:extLst>
          </p:cNvPr>
          <p:cNvSpPr/>
          <p:nvPr/>
        </p:nvSpPr>
        <p:spPr>
          <a:xfrm>
            <a:off x="4734931" y="2508262"/>
            <a:ext cx="4151893" cy="1995487"/>
          </a:xfrm>
          <a:custGeom>
            <a:avLst/>
            <a:gdLst>
              <a:gd name="connsiteX0" fmla="*/ 4151893 w 4151893"/>
              <a:gd name="connsiteY0" fmla="*/ 161925 h 1995487"/>
              <a:gd name="connsiteX1" fmla="*/ 4151893 w 4151893"/>
              <a:gd name="connsiteY1" fmla="*/ 1995488 h 1995487"/>
              <a:gd name="connsiteX2" fmla="*/ 386565 w 4151893"/>
              <a:gd name="connsiteY2" fmla="*/ 1995488 h 1995487"/>
              <a:gd name="connsiteX3" fmla="*/ 206924 w 4151893"/>
              <a:gd name="connsiteY3" fmla="*/ 1836611 h 1995487"/>
              <a:gd name="connsiteX4" fmla="*/ 1089 w 4151893"/>
              <a:gd name="connsiteY4" fmla="*/ 160306 h 1995487"/>
              <a:gd name="connsiteX5" fmla="*/ 142916 w 4151893"/>
              <a:gd name="connsiteY5" fmla="*/ 0 h 1995487"/>
              <a:gd name="connsiteX6" fmla="*/ 3989968 w 4151893"/>
              <a:gd name="connsiteY6" fmla="*/ 0 h 1995487"/>
              <a:gd name="connsiteX7" fmla="*/ 4151893 w 4151893"/>
              <a:gd name="connsiteY7" fmla="*/ 161925 h 19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1893" h="1995487">
                <a:moveTo>
                  <a:pt x="4151893" y="161925"/>
                </a:moveTo>
                <a:lnTo>
                  <a:pt x="4151893" y="1995488"/>
                </a:lnTo>
                <a:lnTo>
                  <a:pt x="386565" y="1995488"/>
                </a:lnTo>
                <a:cubicBezTo>
                  <a:pt x="295125" y="1995488"/>
                  <a:pt x="218068" y="1927289"/>
                  <a:pt x="206924" y="1836611"/>
                </a:cubicBezTo>
                <a:lnTo>
                  <a:pt x="1089" y="160306"/>
                </a:lnTo>
                <a:cubicBezTo>
                  <a:pt x="-9389" y="75152"/>
                  <a:pt x="57096" y="0"/>
                  <a:pt x="142916" y="0"/>
                </a:cubicBezTo>
                <a:lnTo>
                  <a:pt x="3989968" y="0"/>
                </a:lnTo>
                <a:cubicBezTo>
                  <a:pt x="4079408" y="0"/>
                  <a:pt x="4151893" y="72485"/>
                  <a:pt x="4151893" y="161925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2FA21-EB2D-4B23-95BD-1C7C5AAB8537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Pladsholder til tekst 23">
            <a:extLst>
              <a:ext uri="{FF2B5EF4-FFF2-40B4-BE49-F238E27FC236}">
                <a16:creationId xmlns:a16="http://schemas.microsoft.com/office/drawing/2014/main" id="{614C2DC6-72EE-772B-20E3-0C472C8ABC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4742" y="472440"/>
            <a:ext cx="3006090" cy="1527810"/>
          </a:xfrm>
        </p:spPr>
        <p:txBody>
          <a:bodyPr/>
          <a:lstStyle/>
          <a:p>
            <a:pPr lvl="0"/>
            <a:r>
              <a:rPr lang="en-GB" noProof="0" dirty="0"/>
              <a:t>Click to add text                               Press ENTER then TAB to view next text style                                            Press SHIFT+TAB to view previous text style</a:t>
            </a:r>
            <a:endParaRPr lang="en-GB" dirty="0"/>
          </a:p>
        </p:txBody>
      </p:sp>
      <p:sp>
        <p:nvSpPr>
          <p:cNvPr id="26" name="Pladsholder til tekst 25">
            <a:extLst>
              <a:ext uri="{FF2B5EF4-FFF2-40B4-BE49-F238E27FC236}">
                <a16:creationId xmlns:a16="http://schemas.microsoft.com/office/drawing/2014/main" id="{742CE1F9-89A9-78AE-A74F-6956FAA3C9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4742" y="2726362"/>
            <a:ext cx="3006090" cy="1527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GB" dirty="0"/>
              <a:t>Click to add text                               Press ENTER then TAB to view next text style                                            Press SHIFT+TAB to view previous text style</a:t>
            </a:r>
          </a:p>
        </p:txBody>
      </p:sp>
      <p:sp>
        <p:nvSpPr>
          <p:cNvPr id="28" name="Pladsholder til tekst 27">
            <a:extLst>
              <a:ext uri="{FF2B5EF4-FFF2-40B4-BE49-F238E27FC236}">
                <a16:creationId xmlns:a16="http://schemas.microsoft.com/office/drawing/2014/main" id="{90E298EE-E16C-25B6-AE3F-4E76D05D09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25729" y="472440"/>
            <a:ext cx="3500259" cy="1527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Press ENTER then TAB to view next text style                                                          Press SHIFT+TAB to view previous text style</a:t>
            </a:r>
            <a:endParaRPr lang="en-GB" dirty="0"/>
          </a:p>
        </p:txBody>
      </p:sp>
      <p:sp>
        <p:nvSpPr>
          <p:cNvPr id="30" name="Pladsholder til tekst 29">
            <a:extLst>
              <a:ext uri="{FF2B5EF4-FFF2-40B4-BE49-F238E27FC236}">
                <a16:creationId xmlns:a16="http://schemas.microsoft.com/office/drawing/2014/main" id="{4DF027C2-A44B-E36A-C0EB-9F32F3F13BD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1142" y="2726362"/>
            <a:ext cx="3224290" cy="1527810"/>
          </a:xfrm>
        </p:spPr>
        <p:txBody>
          <a:bodyPr/>
          <a:lstStyle/>
          <a:p>
            <a:pPr lvl="0"/>
            <a:r>
              <a:rPr lang="en-GB" dirty="0"/>
              <a:t>Click to add text                               Press ENTER then TAB to view next text style                                            Press SHIFT+TAB to view previous text style</a:t>
            </a:r>
          </a:p>
        </p:txBody>
      </p:sp>
      <p:sp>
        <p:nvSpPr>
          <p:cNvPr id="37" name="Pladsholder til tekst 36">
            <a:extLst>
              <a:ext uri="{FF2B5EF4-FFF2-40B4-BE49-F238E27FC236}">
                <a16:creationId xmlns:a16="http://schemas.microsoft.com/office/drawing/2014/main" id="{4777275B-89CB-E52F-1D22-01B3AE3F2A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011" y="385200"/>
            <a:ext cx="400199" cy="576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38" name="Pladsholder til tekst 38">
            <a:extLst>
              <a:ext uri="{FF2B5EF4-FFF2-40B4-BE49-F238E27FC236}">
                <a16:creationId xmlns:a16="http://schemas.microsoft.com/office/drawing/2014/main" id="{9B16F7E4-C4B9-1E24-68B1-A0C56807F2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011" y="2638800"/>
            <a:ext cx="400199" cy="576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40" name="Pladsholder til tekst 40">
            <a:extLst>
              <a:ext uri="{FF2B5EF4-FFF2-40B4-BE49-F238E27FC236}">
                <a16:creationId xmlns:a16="http://schemas.microsoft.com/office/drawing/2014/main" id="{3F5CAD37-D6C2-0545-D539-0F8AD1DF1E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16415" y="385200"/>
            <a:ext cx="400199" cy="576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41" name="Pladsholder til tekst 42">
            <a:extLst>
              <a:ext uri="{FF2B5EF4-FFF2-40B4-BE49-F238E27FC236}">
                <a16:creationId xmlns:a16="http://schemas.microsoft.com/office/drawing/2014/main" id="{53AD6A06-8693-E1B9-7906-B3147AA43B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93980" y="2638800"/>
            <a:ext cx="400199" cy="576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370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7115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3">
            <a:extLst>
              <a:ext uri="{FF2B5EF4-FFF2-40B4-BE49-F238E27FC236}">
                <a16:creationId xmlns:a16="http://schemas.microsoft.com/office/drawing/2014/main" id="{73DE65CF-0E16-9C89-76B3-39BF80618D0B}"/>
              </a:ext>
            </a:extLst>
          </p:cNvPr>
          <p:cNvSpPr/>
          <p:nvPr/>
        </p:nvSpPr>
        <p:spPr>
          <a:xfrm>
            <a:off x="255600" y="255600"/>
            <a:ext cx="5440878" cy="4248150"/>
          </a:xfrm>
          <a:custGeom>
            <a:avLst/>
            <a:gdLst>
              <a:gd name="connsiteX0" fmla="*/ 5297995 w 5440878"/>
              <a:gd name="connsiteY0" fmla="*/ 14288 h 4248150"/>
              <a:gd name="connsiteX1" fmla="*/ 5398580 w 5440878"/>
              <a:gd name="connsiteY1" fmla="*/ 62865 h 4248150"/>
              <a:gd name="connsiteX2" fmla="*/ 5423249 w 5440878"/>
              <a:gd name="connsiteY2" fmla="*/ 171831 h 4248150"/>
              <a:gd name="connsiteX3" fmla="*/ 4515231 w 5440878"/>
              <a:gd name="connsiteY3" fmla="*/ 4104704 h 4248150"/>
              <a:gd name="connsiteX4" fmla="*/ 4352830 w 5440878"/>
              <a:gd name="connsiteY4" fmla="*/ 4233863 h 4248150"/>
              <a:gd name="connsiteX5" fmla="*/ 161925 w 5440878"/>
              <a:gd name="connsiteY5" fmla="*/ 4233863 h 4248150"/>
              <a:gd name="connsiteX6" fmla="*/ 14288 w 5440878"/>
              <a:gd name="connsiteY6" fmla="*/ 4086225 h 4248150"/>
              <a:gd name="connsiteX7" fmla="*/ 14288 w 5440878"/>
              <a:gd name="connsiteY7" fmla="*/ 14288 h 4248150"/>
              <a:gd name="connsiteX8" fmla="*/ 5297995 w 5440878"/>
              <a:gd name="connsiteY8" fmla="*/ 14288 h 4248150"/>
              <a:gd name="connsiteX9" fmla="*/ 5297995 w 5440878"/>
              <a:gd name="connsiteY9" fmla="*/ 0 h 4248150"/>
              <a:gd name="connsiteX10" fmla="*/ 0 w 5440878"/>
              <a:gd name="connsiteY10" fmla="*/ 0 h 4248150"/>
              <a:gd name="connsiteX11" fmla="*/ 0 w 5440878"/>
              <a:gd name="connsiteY11" fmla="*/ 4086225 h 4248150"/>
              <a:gd name="connsiteX12" fmla="*/ 161925 w 5440878"/>
              <a:gd name="connsiteY12" fmla="*/ 4248150 h 4248150"/>
              <a:gd name="connsiteX13" fmla="*/ 4352830 w 5440878"/>
              <a:gd name="connsiteY13" fmla="*/ 4248150 h 4248150"/>
              <a:gd name="connsiteX14" fmla="*/ 4529138 w 5440878"/>
              <a:gd name="connsiteY14" fmla="*/ 4107847 h 4248150"/>
              <a:gd name="connsiteX15" fmla="*/ 5437156 w 5440878"/>
              <a:gd name="connsiteY15" fmla="*/ 174974 h 4248150"/>
              <a:gd name="connsiteX16" fmla="*/ 5297901 w 5440878"/>
              <a:gd name="connsiteY16" fmla="*/ 0 h 4248150"/>
              <a:gd name="connsiteX17" fmla="*/ 5297901 w 5440878"/>
              <a:gd name="connsiteY1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40878" h="4248150">
                <a:moveTo>
                  <a:pt x="5297995" y="14288"/>
                </a:moveTo>
                <a:cubicBezTo>
                  <a:pt x="5337429" y="14288"/>
                  <a:pt x="5374101" y="32004"/>
                  <a:pt x="5398580" y="62865"/>
                </a:cubicBezTo>
                <a:cubicBezTo>
                  <a:pt x="5423154" y="93726"/>
                  <a:pt x="5432108" y="133445"/>
                  <a:pt x="5423249" y="171831"/>
                </a:cubicBezTo>
                <a:lnTo>
                  <a:pt x="4515231" y="4104704"/>
                </a:lnTo>
                <a:cubicBezTo>
                  <a:pt x="4497705" y="4180808"/>
                  <a:pt x="4430840" y="4233863"/>
                  <a:pt x="4352830" y="4233863"/>
                </a:cubicBezTo>
                <a:lnTo>
                  <a:pt x="161925" y="4233863"/>
                </a:lnTo>
                <a:cubicBezTo>
                  <a:pt x="80486" y="4233863"/>
                  <a:pt x="14288" y="4167664"/>
                  <a:pt x="14288" y="4086225"/>
                </a:cubicBezTo>
                <a:lnTo>
                  <a:pt x="14288" y="14288"/>
                </a:lnTo>
                <a:lnTo>
                  <a:pt x="5297995" y="14288"/>
                </a:lnTo>
                <a:moveTo>
                  <a:pt x="5297995" y="0"/>
                </a:moveTo>
                <a:lnTo>
                  <a:pt x="0" y="0"/>
                </a:lnTo>
                <a:lnTo>
                  <a:pt x="0" y="4086225"/>
                </a:lnTo>
                <a:cubicBezTo>
                  <a:pt x="0" y="4175665"/>
                  <a:pt x="72485" y="4248150"/>
                  <a:pt x="161925" y="4248150"/>
                </a:cubicBezTo>
                <a:lnTo>
                  <a:pt x="4352830" y="4248150"/>
                </a:lnTo>
                <a:cubicBezTo>
                  <a:pt x="4437126" y="4248150"/>
                  <a:pt x="4510183" y="4189953"/>
                  <a:pt x="4529138" y="4107847"/>
                </a:cubicBezTo>
                <a:lnTo>
                  <a:pt x="5437156" y="174974"/>
                </a:lnTo>
                <a:cubicBezTo>
                  <a:pt x="5457825" y="85439"/>
                  <a:pt x="5389817" y="0"/>
                  <a:pt x="5297901" y="0"/>
                </a:cubicBezTo>
                <a:lnTo>
                  <a:pt x="5297901" y="0"/>
                </a:ln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7A4B4D7-836A-0560-E3C8-318D4F7B8B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219" y="1311946"/>
            <a:ext cx="581025" cy="390525"/>
          </a:xfrm>
          <a:prstGeom prst="rect">
            <a:avLst/>
          </a:prstGeom>
        </p:spPr>
      </p:pic>
      <p:sp>
        <p:nvSpPr>
          <p:cNvPr id="15" name="Graphic 13">
            <a:extLst>
              <a:ext uri="{FF2B5EF4-FFF2-40B4-BE49-F238E27FC236}">
                <a16:creationId xmlns:a16="http://schemas.microsoft.com/office/drawing/2014/main" id="{B219EC9A-5A9D-BBAE-4CDD-B0B40D3E7F89}"/>
              </a:ext>
            </a:extLst>
          </p:cNvPr>
          <p:cNvSpPr/>
          <p:nvPr/>
        </p:nvSpPr>
        <p:spPr>
          <a:xfrm>
            <a:off x="5038868" y="255600"/>
            <a:ext cx="3844869" cy="4248150"/>
          </a:xfrm>
          <a:custGeom>
            <a:avLst/>
            <a:gdLst>
              <a:gd name="connsiteX0" fmla="*/ 1088144 w 3844869"/>
              <a:gd name="connsiteY0" fmla="*/ 0 h 4248150"/>
              <a:gd name="connsiteX1" fmla="*/ 3682945 w 3844869"/>
              <a:gd name="connsiteY1" fmla="*/ 0 h 4248150"/>
              <a:gd name="connsiteX2" fmla="*/ 3844870 w 3844869"/>
              <a:gd name="connsiteY2" fmla="*/ 161925 h 4248150"/>
              <a:gd name="connsiteX3" fmla="*/ 3844870 w 3844869"/>
              <a:gd name="connsiteY3" fmla="*/ 4248150 h 4248150"/>
              <a:gd name="connsiteX4" fmla="*/ 142978 w 3844869"/>
              <a:gd name="connsiteY4" fmla="*/ 4248150 h 4248150"/>
              <a:gd name="connsiteX5" fmla="*/ 3723 w 3844869"/>
              <a:gd name="connsiteY5" fmla="*/ 4073176 h 4248150"/>
              <a:gd name="connsiteX6" fmla="*/ 911836 w 3844869"/>
              <a:gd name="connsiteY6" fmla="*/ 140303 h 4248150"/>
              <a:gd name="connsiteX7" fmla="*/ 1088144 w 3844869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1088144" y="0"/>
                </a:moveTo>
                <a:lnTo>
                  <a:pt x="3682945" y="0"/>
                </a:lnTo>
                <a:cubicBezTo>
                  <a:pt x="3772385" y="0"/>
                  <a:pt x="3844870" y="72485"/>
                  <a:pt x="3844870" y="161925"/>
                </a:cubicBezTo>
                <a:lnTo>
                  <a:pt x="3844870" y="4248150"/>
                </a:lnTo>
                <a:cubicBezTo>
                  <a:pt x="3844870" y="4248150"/>
                  <a:pt x="142978" y="4248150"/>
                  <a:pt x="142978" y="4248150"/>
                </a:cubicBezTo>
                <a:cubicBezTo>
                  <a:pt x="51062" y="4248150"/>
                  <a:pt x="-16946" y="4162711"/>
                  <a:pt x="3723" y="4073176"/>
                </a:cubicBezTo>
                <a:lnTo>
                  <a:pt x="911836" y="140303"/>
                </a:lnTo>
                <a:cubicBezTo>
                  <a:pt x="930791" y="58198"/>
                  <a:pt x="1003848" y="0"/>
                  <a:pt x="1088144" y="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313" y="1795723"/>
            <a:ext cx="3955687" cy="236429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6pPr>
            <a:lvl7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 b="0" cap="none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quote                                       Press </a:t>
            </a:r>
            <a:r>
              <a:rPr lang="en-GB" noProof="0" dirty="0"/>
              <a:t>ENTER</a:t>
            </a:r>
            <a:r>
              <a:rPr lang="en-GB" dirty="0"/>
              <a:t> and then TAB for name text style</a:t>
            </a:r>
          </a:p>
          <a:p>
            <a:pPr lvl="1"/>
            <a:r>
              <a:rPr lang="en-GB" noProof="0" dirty="0"/>
              <a:t>Second level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CC952-19AC-0209-74E9-D4A2E3B6C9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A29692-4C3C-465D-8DF7-D6646040F941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48A24-1C7A-F549-ACFE-133BC6B5A6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D93CA-161D-95DB-1FD3-BA440687BF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4139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15D52-7675-92ED-25CB-1683B5782E0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55601" y="255600"/>
            <a:ext cx="5440878" cy="4248150"/>
          </a:xfrm>
          <a:custGeom>
            <a:avLst/>
            <a:gdLst>
              <a:gd name="connsiteX0" fmla="*/ 0 w 5488313"/>
              <a:gd name="connsiteY0" fmla="*/ 0 h 4248150"/>
              <a:gd name="connsiteX1" fmla="*/ 5345335 w 5488313"/>
              <a:gd name="connsiteY1" fmla="*/ 0 h 4248150"/>
              <a:gd name="connsiteX2" fmla="*/ 5484590 w 5488313"/>
              <a:gd name="connsiteY2" fmla="*/ 174974 h 4248150"/>
              <a:gd name="connsiteX3" fmla="*/ 4576572 w 5488313"/>
              <a:gd name="connsiteY3" fmla="*/ 4107847 h 4248150"/>
              <a:gd name="connsiteX4" fmla="*/ 4400265 w 5488313"/>
              <a:gd name="connsiteY4" fmla="*/ 4248150 h 4248150"/>
              <a:gd name="connsiteX5" fmla="*/ 161925 w 5488313"/>
              <a:gd name="connsiteY5" fmla="*/ 4248150 h 4248150"/>
              <a:gd name="connsiteX6" fmla="*/ 0 w 5488313"/>
              <a:gd name="connsiteY6" fmla="*/ 4086225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88313" h="4248150">
                <a:moveTo>
                  <a:pt x="0" y="0"/>
                </a:move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" tIns="36000" rIns="36000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B219EC9A-5A9D-BBAE-4CDD-B0B40D3E7F89}"/>
              </a:ext>
            </a:extLst>
          </p:cNvPr>
          <p:cNvSpPr/>
          <p:nvPr/>
        </p:nvSpPr>
        <p:spPr>
          <a:xfrm>
            <a:off x="5038868" y="255600"/>
            <a:ext cx="3844869" cy="4248150"/>
          </a:xfrm>
          <a:custGeom>
            <a:avLst/>
            <a:gdLst>
              <a:gd name="connsiteX0" fmla="*/ 1088144 w 3844869"/>
              <a:gd name="connsiteY0" fmla="*/ 0 h 4248150"/>
              <a:gd name="connsiteX1" fmla="*/ 3682945 w 3844869"/>
              <a:gd name="connsiteY1" fmla="*/ 0 h 4248150"/>
              <a:gd name="connsiteX2" fmla="*/ 3844870 w 3844869"/>
              <a:gd name="connsiteY2" fmla="*/ 161925 h 4248150"/>
              <a:gd name="connsiteX3" fmla="*/ 3844870 w 3844869"/>
              <a:gd name="connsiteY3" fmla="*/ 4248150 h 4248150"/>
              <a:gd name="connsiteX4" fmla="*/ 142978 w 3844869"/>
              <a:gd name="connsiteY4" fmla="*/ 4248150 h 4248150"/>
              <a:gd name="connsiteX5" fmla="*/ 3723 w 3844869"/>
              <a:gd name="connsiteY5" fmla="*/ 4073176 h 4248150"/>
              <a:gd name="connsiteX6" fmla="*/ 911836 w 3844869"/>
              <a:gd name="connsiteY6" fmla="*/ 140303 h 4248150"/>
              <a:gd name="connsiteX7" fmla="*/ 1088144 w 3844869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1088144" y="0"/>
                </a:moveTo>
                <a:lnTo>
                  <a:pt x="3682945" y="0"/>
                </a:lnTo>
                <a:cubicBezTo>
                  <a:pt x="3772385" y="0"/>
                  <a:pt x="3844870" y="72485"/>
                  <a:pt x="3844870" y="161925"/>
                </a:cubicBezTo>
                <a:lnTo>
                  <a:pt x="3844870" y="4248150"/>
                </a:lnTo>
                <a:cubicBezTo>
                  <a:pt x="3844870" y="4248150"/>
                  <a:pt x="142978" y="4248150"/>
                  <a:pt x="142978" y="4248150"/>
                </a:cubicBezTo>
                <a:cubicBezTo>
                  <a:pt x="51062" y="4248150"/>
                  <a:pt x="-16946" y="4162711"/>
                  <a:pt x="3723" y="4073176"/>
                </a:cubicBezTo>
                <a:lnTo>
                  <a:pt x="911836" y="140303"/>
                </a:lnTo>
                <a:cubicBezTo>
                  <a:pt x="930791" y="58198"/>
                  <a:pt x="1003848" y="0"/>
                  <a:pt x="1088144" y="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16313" y="1795723"/>
            <a:ext cx="3955687" cy="236429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80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6pPr>
            <a:lvl7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 b="0" cap="none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5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quote         Press </a:t>
            </a:r>
            <a:r>
              <a:rPr lang="en-GB" noProof="0" dirty="0"/>
              <a:t>ENTER</a:t>
            </a:r>
            <a:r>
              <a:rPr lang="en-GB" dirty="0"/>
              <a:t> and then TAB for name text style</a:t>
            </a:r>
          </a:p>
          <a:p>
            <a:pPr lvl="1"/>
            <a:r>
              <a:rPr lang="en-GB" noProof="0" dirty="0"/>
              <a:t>Second level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CC952-19AC-0209-74E9-D4A2E3B6C9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474A53A-9665-45F4-9A7B-B5454586B40F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48A24-1C7A-F549-ACFE-133BC6B5A6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D93CA-161D-95DB-1FD3-BA440687BF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03BD0F8-28ED-9530-E14E-23BBB86448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981" y="1311946"/>
            <a:ext cx="580263" cy="390525"/>
          </a:xfrm>
          <a:custGeom>
            <a:avLst/>
            <a:gdLst>
              <a:gd name="connsiteX0" fmla="*/ 440341 w 580263"/>
              <a:gd name="connsiteY0" fmla="*/ 0 h 390525"/>
              <a:gd name="connsiteX1" fmla="*/ 580263 w 580263"/>
              <a:gd name="connsiteY1" fmla="*/ 0 h 390525"/>
              <a:gd name="connsiteX2" fmla="*/ 580263 w 580263"/>
              <a:gd name="connsiteY2" fmla="*/ 1759 h 390525"/>
              <a:gd name="connsiteX3" fmla="*/ 475077 w 580263"/>
              <a:gd name="connsiteY3" fmla="*/ 390525 h 390525"/>
              <a:gd name="connsiteX4" fmla="*/ 291655 w 580263"/>
              <a:gd name="connsiteY4" fmla="*/ 390525 h 390525"/>
              <a:gd name="connsiteX5" fmla="*/ 148685 w 580263"/>
              <a:gd name="connsiteY5" fmla="*/ 0 h 390525"/>
              <a:gd name="connsiteX6" fmla="*/ 289084 w 580263"/>
              <a:gd name="connsiteY6" fmla="*/ 0 h 390525"/>
              <a:gd name="connsiteX7" fmla="*/ 185222 w 580263"/>
              <a:gd name="connsiteY7" fmla="*/ 390525 h 390525"/>
              <a:gd name="connsiteX8" fmla="*/ 0 w 580263"/>
              <a:gd name="connsiteY8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263" h="390525">
                <a:moveTo>
                  <a:pt x="440341" y="0"/>
                </a:moveTo>
                <a:lnTo>
                  <a:pt x="580263" y="0"/>
                </a:lnTo>
                <a:lnTo>
                  <a:pt x="580263" y="1759"/>
                </a:lnTo>
                <a:lnTo>
                  <a:pt x="475077" y="390525"/>
                </a:lnTo>
                <a:lnTo>
                  <a:pt x="291655" y="390525"/>
                </a:lnTo>
                <a:close/>
                <a:moveTo>
                  <a:pt x="148685" y="0"/>
                </a:moveTo>
                <a:lnTo>
                  <a:pt x="289084" y="0"/>
                </a:lnTo>
                <a:lnTo>
                  <a:pt x="185222" y="390525"/>
                </a:lnTo>
                <a:lnTo>
                  <a:pt x="0" y="39052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68634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1" y="255600"/>
            <a:ext cx="4139999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245996"/>
            <a:ext cx="8631236" cy="3252979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icon to insert large table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980D4-A6FE-48C4-3FB4-A170F1DD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B565-3CD9-4C14-845D-FEECE7B334F2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9C598-2ADD-7AAD-BC20-214AE14F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DCD92-64F9-6FD5-F0BC-D1B2259B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B0BB53-852A-2C81-3DB3-7073537DCB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825" y="255588"/>
            <a:ext cx="4139999" cy="893762"/>
          </a:xfrm>
        </p:spPr>
        <p:txBody>
          <a:bodyPr/>
          <a:lstStyle>
            <a:lvl1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1pPr>
            <a:lvl2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2pPr>
            <a:lvl3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3pPr>
            <a:lvl4pPr marL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4pPr>
            <a:lvl5pPr marL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5pPr>
            <a:lvl6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6pPr>
            <a:lvl7pPr marL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7pPr>
            <a:lvl8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8pPr>
            <a:lvl9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4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1" y="255600"/>
            <a:ext cx="8631224" cy="893762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2000"/>
            <a:ext cx="339321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icon to insert small chart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01846" y="1422000"/>
            <a:ext cx="4884992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                   Press ENTER then TAB to view next text style                       Press SHIFT+TAB to view previous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E035-03F8-4C95-9485-E4A0C7A19094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000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 hidden="1">
            <a:extLst>
              <a:ext uri="{FF2B5EF4-FFF2-40B4-BE49-F238E27FC236}">
                <a16:creationId xmlns:a16="http://schemas.microsoft.com/office/drawing/2014/main" id="{0C0312E5-5EDD-05C0-1BFC-F4D78E808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6E1879AA-1B96-4F2F-A4F2-89E2910B7566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16" name="Footer Placeholder 4" hidden="1">
            <a:extLst>
              <a:ext uri="{FF2B5EF4-FFF2-40B4-BE49-F238E27FC236}">
                <a16:creationId xmlns:a16="http://schemas.microsoft.com/office/drawing/2014/main" id="{F1048807-47C3-57BD-02E1-07231AAB9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7" name="Slide Number Placeholder 5" hidden="1">
            <a:extLst>
              <a:ext uri="{FF2B5EF4-FFF2-40B4-BE49-F238E27FC236}">
                <a16:creationId xmlns:a16="http://schemas.microsoft.com/office/drawing/2014/main" id="{6EE954E5-3CF0-A352-B61F-E2A4536C4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37961A-B92F-5A03-5A34-AC08D942A25B}"/>
              </a:ext>
            </a:extLst>
          </p:cNvPr>
          <p:cNvSpPr/>
          <p:nvPr/>
        </p:nvSpPr>
        <p:spPr>
          <a:xfrm>
            <a:off x="5592214" y="255600"/>
            <a:ext cx="3294610" cy="2095500"/>
          </a:xfrm>
          <a:custGeom>
            <a:avLst/>
            <a:gdLst>
              <a:gd name="connsiteX0" fmla="*/ 3294611 w 3294610"/>
              <a:gd name="connsiteY0" fmla="*/ 161925 h 2095500"/>
              <a:gd name="connsiteX1" fmla="*/ 3294611 w 3294610"/>
              <a:gd name="connsiteY1" fmla="*/ 2095500 h 2095500"/>
              <a:gd name="connsiteX2" fmla="*/ 142978 w 3294610"/>
              <a:gd name="connsiteY2" fmla="*/ 2095500 h 2095500"/>
              <a:gd name="connsiteX3" fmla="*/ 3723 w 3294610"/>
              <a:gd name="connsiteY3" fmla="*/ 1920526 h 2095500"/>
              <a:gd name="connsiteX4" fmla="*/ 414727 w 3294610"/>
              <a:gd name="connsiteY4" fmla="*/ 140303 h 2095500"/>
              <a:gd name="connsiteX5" fmla="*/ 591034 w 3294610"/>
              <a:gd name="connsiteY5" fmla="*/ 0 h 2095500"/>
              <a:gd name="connsiteX6" fmla="*/ 3132686 w 3294610"/>
              <a:gd name="connsiteY6" fmla="*/ 0 h 2095500"/>
              <a:gd name="connsiteX7" fmla="*/ 3294611 w 3294610"/>
              <a:gd name="connsiteY7" fmla="*/ 161925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4610" h="2095500">
                <a:moveTo>
                  <a:pt x="3294611" y="161925"/>
                </a:moveTo>
                <a:lnTo>
                  <a:pt x="3294611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2" y="58198"/>
                  <a:pt x="506833" y="0"/>
                  <a:pt x="591034" y="0"/>
                </a:cubicBezTo>
                <a:lnTo>
                  <a:pt x="3132686" y="0"/>
                </a:lnTo>
                <a:cubicBezTo>
                  <a:pt x="3222125" y="0"/>
                  <a:pt x="3294611" y="72485"/>
                  <a:pt x="3294611" y="161925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A9BB21-20EC-793C-E3EF-93AB4ED0A033}"/>
              </a:ext>
            </a:extLst>
          </p:cNvPr>
          <p:cNvSpPr/>
          <p:nvPr/>
        </p:nvSpPr>
        <p:spPr>
          <a:xfrm>
            <a:off x="257175" y="255600"/>
            <a:ext cx="5488313" cy="4629150"/>
          </a:xfrm>
          <a:custGeom>
            <a:avLst/>
            <a:gdLst>
              <a:gd name="connsiteX0" fmla="*/ 4312254 w 5488313"/>
              <a:gd name="connsiteY0" fmla="*/ 4629150 h 4629150"/>
              <a:gd name="connsiteX1" fmla="*/ 161925 w 5488313"/>
              <a:gd name="connsiteY1" fmla="*/ 4629150 h 4629150"/>
              <a:gd name="connsiteX2" fmla="*/ 0 w 5488313"/>
              <a:gd name="connsiteY2" fmla="*/ 4467225 h 4629150"/>
              <a:gd name="connsiteX3" fmla="*/ 0 w 5488313"/>
              <a:gd name="connsiteY3" fmla="*/ 0 h 4629150"/>
              <a:gd name="connsiteX4" fmla="*/ 5345335 w 5488313"/>
              <a:gd name="connsiteY4" fmla="*/ 0 h 4629150"/>
              <a:gd name="connsiteX5" fmla="*/ 5484590 w 5488313"/>
              <a:gd name="connsiteY5" fmla="*/ 174974 h 4629150"/>
              <a:gd name="connsiteX6" fmla="*/ 4488656 w 5488313"/>
              <a:gd name="connsiteY6" fmla="*/ 4488847 h 4629150"/>
              <a:gd name="connsiteX7" fmla="*/ 4312349 w 5488313"/>
              <a:gd name="connsiteY7" fmla="*/ 4629150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4312254" y="4629150"/>
                </a:move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2B90-58E3-4C8B-A645-4C539A498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0" y="590399"/>
            <a:ext cx="4411257" cy="1601957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Thank you!</a:t>
            </a:r>
          </a:p>
        </p:txBody>
      </p:sp>
      <p:sp>
        <p:nvSpPr>
          <p:cNvPr id="14" name="Text Placeholder 33">
            <a:extLst>
              <a:ext uri="{FF2B5EF4-FFF2-40B4-BE49-F238E27FC236}">
                <a16:creationId xmlns:a16="http://schemas.microsoft.com/office/drawing/2014/main" id="{3B4395A1-7961-9990-05A4-B43E10F24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89659" y="4350326"/>
            <a:ext cx="3982341" cy="27564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300">
                <a:solidFill>
                  <a:schemeClr val="bg1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7C2EE0C-F4EE-DE4E-1591-5324CE4397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9166" y="3896946"/>
            <a:ext cx="2447659" cy="61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91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 hidden="1">
            <a:extLst>
              <a:ext uri="{FF2B5EF4-FFF2-40B4-BE49-F238E27FC236}">
                <a16:creationId xmlns:a16="http://schemas.microsoft.com/office/drawing/2014/main" id="{0C0312E5-5EDD-05C0-1BFC-F4D78E808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9BCE9B34-5E53-45CF-88A3-1C61CE7454F0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16" name="Footer Placeholder 4" hidden="1">
            <a:extLst>
              <a:ext uri="{FF2B5EF4-FFF2-40B4-BE49-F238E27FC236}">
                <a16:creationId xmlns:a16="http://schemas.microsoft.com/office/drawing/2014/main" id="{F1048807-47C3-57BD-02E1-07231AAB9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7" name="Slide Number Placeholder 5" hidden="1">
            <a:extLst>
              <a:ext uri="{FF2B5EF4-FFF2-40B4-BE49-F238E27FC236}">
                <a16:creationId xmlns:a16="http://schemas.microsoft.com/office/drawing/2014/main" id="{6EE954E5-3CF0-A352-B61F-E2A4536C4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BE78331-400B-3339-F218-FCF5B639B92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9144900" cy="5146200"/>
          </a:xfrm>
          <a:solidFill>
            <a:schemeClr val="bg1">
              <a:lumMod val="85000"/>
            </a:schemeClr>
          </a:solidFill>
        </p:spPr>
        <p:txBody>
          <a:bodyPr lIns="36000" tIns="36000" rIns="36000"/>
          <a:lstStyle>
            <a:lvl1pPr marL="0" indent="0" algn="l">
              <a:buNone/>
              <a:defRPr sz="1200"/>
            </a:lvl1pPr>
          </a:lstStyle>
          <a:p>
            <a:r>
              <a:rPr lang="en-GB" dirty="0"/>
              <a:t>Click on frame and insert picture using the Insert tab - Pictures or via Templafy Images</a:t>
            </a:r>
          </a:p>
        </p:txBody>
      </p:sp>
      <p:sp>
        <p:nvSpPr>
          <p:cNvPr id="4" name="Logo">
            <a:extLst>
              <a:ext uri="{FF2B5EF4-FFF2-40B4-BE49-F238E27FC236}">
                <a16:creationId xmlns:a16="http://schemas.microsoft.com/office/drawing/2014/main" id="{362848E5-134C-8009-FD25-74E29373FB81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 bwMode="white">
          <a:xfrm>
            <a:off x="6439166" y="3896946"/>
            <a:ext cx="2447659" cy="616369"/>
          </a:xfrm>
          <a:custGeom>
            <a:avLst/>
            <a:gdLst>
              <a:gd name="connsiteX0" fmla="*/ 1537233 w 2447659"/>
              <a:gd name="connsiteY0" fmla="*/ 337525 h 616369"/>
              <a:gd name="connsiteX1" fmla="*/ 1620074 w 2447659"/>
              <a:gd name="connsiteY1" fmla="*/ 337525 h 616369"/>
              <a:gd name="connsiteX2" fmla="*/ 1620074 w 2447659"/>
              <a:gd name="connsiteY2" fmla="*/ 496567 h 616369"/>
              <a:gd name="connsiteX3" fmla="*/ 1649638 w 2447659"/>
              <a:gd name="connsiteY3" fmla="*/ 526094 h 616369"/>
              <a:gd name="connsiteX4" fmla="*/ 1718519 w 2447659"/>
              <a:gd name="connsiteY4" fmla="*/ 526094 h 616369"/>
              <a:gd name="connsiteX5" fmla="*/ 1718519 w 2447659"/>
              <a:gd name="connsiteY5" fmla="*/ 608831 h 616369"/>
              <a:gd name="connsiteX6" fmla="*/ 1649638 w 2447659"/>
              <a:gd name="connsiteY6" fmla="*/ 608831 h 616369"/>
              <a:gd name="connsiteX7" fmla="*/ 1537233 w 2447659"/>
              <a:gd name="connsiteY7" fmla="*/ 496567 h 616369"/>
              <a:gd name="connsiteX8" fmla="*/ 1938615 w 2447659"/>
              <a:gd name="connsiteY8" fmla="*/ 310013 h 616369"/>
              <a:gd name="connsiteX9" fmla="*/ 1825969 w 2447659"/>
              <a:gd name="connsiteY9" fmla="*/ 422516 h 616369"/>
              <a:gd name="connsiteX10" fmla="*/ 1938615 w 2447659"/>
              <a:gd name="connsiteY10" fmla="*/ 535781 h 616369"/>
              <a:gd name="connsiteX11" fmla="*/ 2039838 w 2447659"/>
              <a:gd name="connsiteY11" fmla="*/ 480289 h 616369"/>
              <a:gd name="connsiteX12" fmla="*/ 2039838 w 2447659"/>
              <a:gd name="connsiteY12" fmla="*/ 366265 h 616369"/>
              <a:gd name="connsiteX13" fmla="*/ 1938615 w 2447659"/>
              <a:gd name="connsiteY13" fmla="*/ 310013 h 616369"/>
              <a:gd name="connsiteX14" fmla="*/ 982513 w 2447659"/>
              <a:gd name="connsiteY14" fmla="*/ 237043 h 616369"/>
              <a:gd name="connsiteX15" fmla="*/ 1066997 w 2447659"/>
              <a:gd name="connsiteY15" fmla="*/ 237043 h 616369"/>
              <a:gd name="connsiteX16" fmla="*/ 1066997 w 2447659"/>
              <a:gd name="connsiteY16" fmla="*/ 608764 h 616369"/>
              <a:gd name="connsiteX17" fmla="*/ 982513 w 2447659"/>
              <a:gd name="connsiteY17" fmla="*/ 608764 h 616369"/>
              <a:gd name="connsiteX18" fmla="*/ 554800 w 2447659"/>
              <a:gd name="connsiteY18" fmla="*/ 237043 h 616369"/>
              <a:gd name="connsiteX19" fmla="*/ 646886 w 2447659"/>
              <a:gd name="connsiteY19" fmla="*/ 237043 h 616369"/>
              <a:gd name="connsiteX20" fmla="*/ 747362 w 2447659"/>
              <a:gd name="connsiteY20" fmla="*/ 495500 h 616369"/>
              <a:gd name="connsiteX21" fmla="*/ 847063 w 2447659"/>
              <a:gd name="connsiteY21" fmla="*/ 237043 h 616369"/>
              <a:gd name="connsiteX22" fmla="*/ 939924 w 2447659"/>
              <a:gd name="connsiteY22" fmla="*/ 237043 h 616369"/>
              <a:gd name="connsiteX23" fmla="*/ 783900 w 2447659"/>
              <a:gd name="connsiteY23" fmla="*/ 608751 h 616369"/>
              <a:gd name="connsiteX24" fmla="*/ 710824 w 2447659"/>
              <a:gd name="connsiteY24" fmla="*/ 608751 h 616369"/>
              <a:gd name="connsiteX25" fmla="*/ 427713 w 2447659"/>
              <a:gd name="connsiteY25" fmla="*/ 237043 h 616369"/>
              <a:gd name="connsiteX26" fmla="*/ 512197 w 2447659"/>
              <a:gd name="connsiteY26" fmla="*/ 237043 h 616369"/>
              <a:gd name="connsiteX27" fmla="*/ 512197 w 2447659"/>
              <a:gd name="connsiteY27" fmla="*/ 608764 h 616369"/>
              <a:gd name="connsiteX28" fmla="*/ 427713 w 2447659"/>
              <a:gd name="connsiteY28" fmla="*/ 608764 h 616369"/>
              <a:gd name="connsiteX29" fmla="*/ 0 w 2447659"/>
              <a:gd name="connsiteY29" fmla="*/ 237043 h 616369"/>
              <a:gd name="connsiteX30" fmla="*/ 92100 w 2447659"/>
              <a:gd name="connsiteY30" fmla="*/ 237043 h 616369"/>
              <a:gd name="connsiteX31" fmla="*/ 192562 w 2447659"/>
              <a:gd name="connsiteY31" fmla="*/ 495500 h 616369"/>
              <a:gd name="connsiteX32" fmla="*/ 292263 w 2447659"/>
              <a:gd name="connsiteY32" fmla="*/ 237043 h 616369"/>
              <a:gd name="connsiteX33" fmla="*/ 385124 w 2447659"/>
              <a:gd name="connsiteY33" fmla="*/ 237043 h 616369"/>
              <a:gd name="connsiteX34" fmla="*/ 229100 w 2447659"/>
              <a:gd name="connsiteY34" fmla="*/ 608751 h 616369"/>
              <a:gd name="connsiteX35" fmla="*/ 156024 w 2447659"/>
              <a:gd name="connsiteY35" fmla="*/ 608751 h 616369"/>
              <a:gd name="connsiteX36" fmla="*/ 1921100 w 2447659"/>
              <a:gd name="connsiteY36" fmla="*/ 229451 h 616369"/>
              <a:gd name="connsiteX37" fmla="*/ 2039838 w 2447659"/>
              <a:gd name="connsiteY37" fmla="*/ 287210 h 616369"/>
              <a:gd name="connsiteX38" fmla="*/ 2039838 w 2447659"/>
              <a:gd name="connsiteY38" fmla="*/ 237042 h 616369"/>
              <a:gd name="connsiteX39" fmla="*/ 2124322 w 2447659"/>
              <a:gd name="connsiteY39" fmla="*/ 237042 h 616369"/>
              <a:gd name="connsiteX40" fmla="*/ 2124322 w 2447659"/>
              <a:gd name="connsiteY40" fmla="*/ 608764 h 616369"/>
              <a:gd name="connsiteX41" fmla="*/ 2039838 w 2447659"/>
              <a:gd name="connsiteY41" fmla="*/ 608764 h 616369"/>
              <a:gd name="connsiteX42" fmla="*/ 2039838 w 2447659"/>
              <a:gd name="connsiteY42" fmla="*/ 558596 h 616369"/>
              <a:gd name="connsiteX43" fmla="*/ 1921100 w 2447659"/>
              <a:gd name="connsiteY43" fmla="*/ 616369 h 616369"/>
              <a:gd name="connsiteX44" fmla="*/ 1742246 w 2447659"/>
              <a:gd name="connsiteY44" fmla="*/ 422530 h 616369"/>
              <a:gd name="connsiteX45" fmla="*/ 1921100 w 2447659"/>
              <a:gd name="connsiteY45" fmla="*/ 229451 h 616369"/>
              <a:gd name="connsiteX46" fmla="*/ 1312088 w 2447659"/>
              <a:gd name="connsiteY46" fmla="*/ 229437 h 616369"/>
              <a:gd name="connsiteX47" fmla="*/ 1490181 w 2447659"/>
              <a:gd name="connsiteY47" fmla="*/ 370067 h 616369"/>
              <a:gd name="connsiteX48" fmla="*/ 1403412 w 2447659"/>
              <a:gd name="connsiteY48" fmla="*/ 370067 h 616369"/>
              <a:gd name="connsiteX49" fmla="*/ 1312075 w 2447659"/>
              <a:gd name="connsiteY49" fmla="*/ 310773 h 616369"/>
              <a:gd name="connsiteX50" fmla="*/ 1203236 w 2447659"/>
              <a:gd name="connsiteY50" fmla="*/ 423277 h 616369"/>
              <a:gd name="connsiteX51" fmla="*/ 1312075 w 2447659"/>
              <a:gd name="connsiteY51" fmla="*/ 535020 h 616369"/>
              <a:gd name="connsiteX52" fmla="*/ 1312075 w 2447659"/>
              <a:gd name="connsiteY52" fmla="*/ 535007 h 616369"/>
              <a:gd name="connsiteX53" fmla="*/ 1404174 w 2447659"/>
              <a:gd name="connsiteY53" fmla="*/ 472684 h 616369"/>
              <a:gd name="connsiteX54" fmla="*/ 1490943 w 2447659"/>
              <a:gd name="connsiteY54" fmla="*/ 472684 h 616369"/>
              <a:gd name="connsiteX55" fmla="*/ 1312088 w 2447659"/>
              <a:gd name="connsiteY55" fmla="*/ 616356 h 616369"/>
              <a:gd name="connsiteX56" fmla="*/ 1119526 w 2447659"/>
              <a:gd name="connsiteY56" fmla="*/ 423277 h 616369"/>
              <a:gd name="connsiteX57" fmla="*/ 1312088 w 2447659"/>
              <a:gd name="connsiteY57" fmla="*/ 229437 h 616369"/>
              <a:gd name="connsiteX58" fmla="*/ 1537233 w 2447659"/>
              <a:gd name="connsiteY58" fmla="*/ 142965 h 616369"/>
              <a:gd name="connsiteX59" fmla="*/ 1620074 w 2447659"/>
              <a:gd name="connsiteY59" fmla="*/ 142965 h 616369"/>
              <a:gd name="connsiteX60" fmla="*/ 1620074 w 2447659"/>
              <a:gd name="connsiteY60" fmla="*/ 207382 h 616369"/>
              <a:gd name="connsiteX61" fmla="*/ 1649638 w 2447659"/>
              <a:gd name="connsiteY61" fmla="*/ 236909 h 616369"/>
              <a:gd name="connsiteX62" fmla="*/ 1718519 w 2447659"/>
              <a:gd name="connsiteY62" fmla="*/ 236909 h 616369"/>
              <a:gd name="connsiteX63" fmla="*/ 1718519 w 2447659"/>
              <a:gd name="connsiteY63" fmla="*/ 319646 h 616369"/>
              <a:gd name="connsiteX64" fmla="*/ 1649638 w 2447659"/>
              <a:gd name="connsiteY64" fmla="*/ 319646 h 616369"/>
              <a:gd name="connsiteX65" fmla="*/ 1537233 w 2447659"/>
              <a:gd name="connsiteY65" fmla="*/ 207382 h 616369"/>
              <a:gd name="connsiteX66" fmla="*/ 1024755 w 2447659"/>
              <a:gd name="connsiteY66" fmla="*/ 98187 h 616369"/>
              <a:gd name="connsiteX67" fmla="*/ 1078233 w 2447659"/>
              <a:gd name="connsiteY67" fmla="*/ 151597 h 616369"/>
              <a:gd name="connsiteX68" fmla="*/ 1024755 w 2447659"/>
              <a:gd name="connsiteY68" fmla="*/ 205007 h 616369"/>
              <a:gd name="connsiteX69" fmla="*/ 971278 w 2447659"/>
              <a:gd name="connsiteY69" fmla="*/ 151597 h 616369"/>
              <a:gd name="connsiteX70" fmla="*/ 1024755 w 2447659"/>
              <a:gd name="connsiteY70" fmla="*/ 98187 h 616369"/>
              <a:gd name="connsiteX71" fmla="*/ 469955 w 2447659"/>
              <a:gd name="connsiteY71" fmla="*/ 98187 h 616369"/>
              <a:gd name="connsiteX72" fmla="*/ 523432 w 2447659"/>
              <a:gd name="connsiteY72" fmla="*/ 151597 h 616369"/>
              <a:gd name="connsiteX73" fmla="*/ 469955 w 2447659"/>
              <a:gd name="connsiteY73" fmla="*/ 205007 h 616369"/>
              <a:gd name="connsiteX74" fmla="*/ 416477 w 2447659"/>
              <a:gd name="connsiteY74" fmla="*/ 151597 h 616369"/>
              <a:gd name="connsiteX75" fmla="*/ 469955 w 2447659"/>
              <a:gd name="connsiteY75" fmla="*/ 98187 h 616369"/>
              <a:gd name="connsiteX76" fmla="*/ 2287587 w 2447659"/>
              <a:gd name="connsiteY76" fmla="*/ 87874 h 616369"/>
              <a:gd name="connsiteX77" fmla="*/ 2287587 w 2447659"/>
              <a:gd name="connsiteY77" fmla="*/ 87914 h 616369"/>
              <a:gd name="connsiteX78" fmla="*/ 2279078 w 2447659"/>
              <a:gd name="connsiteY78" fmla="*/ 121417 h 616369"/>
              <a:gd name="connsiteX79" fmla="*/ 2260602 w 2447659"/>
              <a:gd name="connsiteY79" fmla="*/ 139509 h 616369"/>
              <a:gd name="connsiteX80" fmla="*/ 2224918 w 2447659"/>
              <a:gd name="connsiteY80" fmla="*/ 147795 h 616369"/>
              <a:gd name="connsiteX81" fmla="*/ 2224918 w 2447659"/>
              <a:gd name="connsiteY81" fmla="*/ 152945 h 616369"/>
              <a:gd name="connsiteX82" fmla="*/ 2260602 w 2447659"/>
              <a:gd name="connsiteY82" fmla="*/ 161231 h 616369"/>
              <a:gd name="connsiteX83" fmla="*/ 2279078 w 2447659"/>
              <a:gd name="connsiteY83" fmla="*/ 179323 h 616369"/>
              <a:gd name="connsiteX84" fmla="*/ 2287587 w 2447659"/>
              <a:gd name="connsiteY84" fmla="*/ 212826 h 616369"/>
              <a:gd name="connsiteX85" fmla="*/ 2287587 w 2447659"/>
              <a:gd name="connsiteY85" fmla="*/ 212866 h 616369"/>
              <a:gd name="connsiteX86" fmla="*/ 2293278 w 2447659"/>
              <a:gd name="connsiteY86" fmla="*/ 212866 h 616369"/>
              <a:gd name="connsiteX87" fmla="*/ 2293278 w 2447659"/>
              <a:gd name="connsiteY87" fmla="*/ 212826 h 616369"/>
              <a:gd name="connsiteX88" fmla="*/ 2301788 w 2447659"/>
              <a:gd name="connsiteY88" fmla="*/ 179323 h 616369"/>
              <a:gd name="connsiteX89" fmla="*/ 2320264 w 2447659"/>
              <a:gd name="connsiteY89" fmla="*/ 161231 h 616369"/>
              <a:gd name="connsiteX90" fmla="*/ 2355947 w 2447659"/>
              <a:gd name="connsiteY90" fmla="*/ 152945 h 616369"/>
              <a:gd name="connsiteX91" fmla="*/ 2355947 w 2447659"/>
              <a:gd name="connsiteY91" fmla="*/ 147795 h 616369"/>
              <a:gd name="connsiteX92" fmla="*/ 2320264 w 2447659"/>
              <a:gd name="connsiteY92" fmla="*/ 139509 h 616369"/>
              <a:gd name="connsiteX93" fmla="*/ 2301788 w 2447659"/>
              <a:gd name="connsiteY93" fmla="*/ 121417 h 616369"/>
              <a:gd name="connsiteX94" fmla="*/ 2293278 w 2447659"/>
              <a:gd name="connsiteY94" fmla="*/ 87914 h 616369"/>
              <a:gd name="connsiteX95" fmla="*/ 2293278 w 2447659"/>
              <a:gd name="connsiteY95" fmla="*/ 87874 h 616369"/>
              <a:gd name="connsiteX96" fmla="*/ 2287587 w 2447659"/>
              <a:gd name="connsiteY96" fmla="*/ 87874 h 616369"/>
              <a:gd name="connsiteX97" fmla="*/ 2261604 w 2447659"/>
              <a:gd name="connsiteY97" fmla="*/ 0 h 616369"/>
              <a:gd name="connsiteX98" fmla="*/ 2289177 w 2447659"/>
              <a:gd name="connsiteY98" fmla="*/ 0 h 616369"/>
              <a:gd name="connsiteX99" fmla="*/ 2316751 w 2447659"/>
              <a:gd name="connsiteY99" fmla="*/ 0 h 616369"/>
              <a:gd name="connsiteX100" fmla="*/ 2316751 w 2447659"/>
              <a:gd name="connsiteY100" fmla="*/ 85112 h 616369"/>
              <a:gd name="connsiteX101" fmla="*/ 2352674 w 2447659"/>
              <a:gd name="connsiteY101" fmla="*/ 49234 h 616369"/>
              <a:gd name="connsiteX102" fmla="*/ 2391670 w 2447659"/>
              <a:gd name="connsiteY102" fmla="*/ 88181 h 616369"/>
              <a:gd name="connsiteX103" fmla="*/ 2355747 w 2447659"/>
              <a:gd name="connsiteY103" fmla="*/ 124059 h 616369"/>
              <a:gd name="connsiteX104" fmla="*/ 2447659 w 2447659"/>
              <a:gd name="connsiteY104" fmla="*/ 124059 h 616369"/>
              <a:gd name="connsiteX105" fmla="*/ 2447659 w 2447659"/>
              <a:gd name="connsiteY105" fmla="*/ 132664 h 616369"/>
              <a:gd name="connsiteX106" fmla="*/ 2447659 w 2447659"/>
              <a:gd name="connsiteY106" fmla="*/ 151597 h 616369"/>
              <a:gd name="connsiteX107" fmla="*/ 2447659 w 2447659"/>
              <a:gd name="connsiteY107" fmla="*/ 170530 h 616369"/>
              <a:gd name="connsiteX108" fmla="*/ 2447659 w 2447659"/>
              <a:gd name="connsiteY108" fmla="*/ 179136 h 616369"/>
              <a:gd name="connsiteX109" fmla="*/ 2355747 w 2447659"/>
              <a:gd name="connsiteY109" fmla="*/ 179136 h 616369"/>
              <a:gd name="connsiteX110" fmla="*/ 2391670 w 2447659"/>
              <a:gd name="connsiteY110" fmla="*/ 215014 h 616369"/>
              <a:gd name="connsiteX111" fmla="*/ 2352674 w 2447659"/>
              <a:gd name="connsiteY111" fmla="*/ 253961 h 616369"/>
              <a:gd name="connsiteX112" fmla="*/ 2316751 w 2447659"/>
              <a:gd name="connsiteY112" fmla="*/ 218083 h 616369"/>
              <a:gd name="connsiteX113" fmla="*/ 2316751 w 2447659"/>
              <a:gd name="connsiteY113" fmla="*/ 303195 h 616369"/>
              <a:gd name="connsiteX114" fmla="*/ 2261604 w 2447659"/>
              <a:gd name="connsiteY114" fmla="*/ 303195 h 616369"/>
              <a:gd name="connsiteX115" fmla="*/ 2261604 w 2447659"/>
              <a:gd name="connsiteY115" fmla="*/ 218083 h 616369"/>
              <a:gd name="connsiteX116" fmla="*/ 2225680 w 2447659"/>
              <a:gd name="connsiteY116" fmla="*/ 253961 h 616369"/>
              <a:gd name="connsiteX117" fmla="*/ 2186684 w 2447659"/>
              <a:gd name="connsiteY117" fmla="*/ 215014 h 616369"/>
              <a:gd name="connsiteX118" fmla="*/ 2222608 w 2447659"/>
              <a:gd name="connsiteY118" fmla="*/ 179136 h 616369"/>
              <a:gd name="connsiteX119" fmla="*/ 2130695 w 2447659"/>
              <a:gd name="connsiteY119" fmla="*/ 179136 h 616369"/>
              <a:gd name="connsiteX120" fmla="*/ 2130695 w 2447659"/>
              <a:gd name="connsiteY120" fmla="*/ 124059 h 616369"/>
              <a:gd name="connsiteX121" fmla="*/ 2222608 w 2447659"/>
              <a:gd name="connsiteY121" fmla="*/ 124059 h 616369"/>
              <a:gd name="connsiteX122" fmla="*/ 2186684 w 2447659"/>
              <a:gd name="connsiteY122" fmla="*/ 88181 h 616369"/>
              <a:gd name="connsiteX123" fmla="*/ 2225680 w 2447659"/>
              <a:gd name="connsiteY123" fmla="*/ 49234 h 616369"/>
              <a:gd name="connsiteX124" fmla="*/ 2261604 w 2447659"/>
              <a:gd name="connsiteY124" fmla="*/ 85112 h 61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2447659" h="616369">
                <a:moveTo>
                  <a:pt x="1537233" y="337525"/>
                </a:moveTo>
                <a:lnTo>
                  <a:pt x="1620074" y="337525"/>
                </a:lnTo>
                <a:lnTo>
                  <a:pt x="1620074" y="496567"/>
                </a:lnTo>
                <a:cubicBezTo>
                  <a:pt x="1620074" y="512858"/>
                  <a:pt x="1633340" y="526094"/>
                  <a:pt x="1649638" y="526094"/>
                </a:cubicBezTo>
                <a:lnTo>
                  <a:pt x="1718519" y="526094"/>
                </a:lnTo>
                <a:lnTo>
                  <a:pt x="1718519" y="608831"/>
                </a:lnTo>
                <a:lnTo>
                  <a:pt x="1649638" y="608831"/>
                </a:lnTo>
                <a:cubicBezTo>
                  <a:pt x="1587651" y="608831"/>
                  <a:pt x="1537233" y="558463"/>
                  <a:pt x="1537233" y="496567"/>
                </a:cubicBezTo>
                <a:close/>
                <a:moveTo>
                  <a:pt x="1938615" y="310013"/>
                </a:moveTo>
                <a:cubicBezTo>
                  <a:pt x="1874677" y="310013"/>
                  <a:pt x="1825969" y="357899"/>
                  <a:pt x="1825969" y="422516"/>
                </a:cubicBezTo>
                <a:cubicBezTo>
                  <a:pt x="1825969" y="487134"/>
                  <a:pt x="1874677" y="535781"/>
                  <a:pt x="1938615" y="535781"/>
                </a:cubicBezTo>
                <a:cubicBezTo>
                  <a:pt x="1980469" y="535781"/>
                  <a:pt x="2021562" y="512218"/>
                  <a:pt x="2039838" y="480289"/>
                </a:cubicBezTo>
                <a:lnTo>
                  <a:pt x="2039838" y="366265"/>
                </a:lnTo>
                <a:cubicBezTo>
                  <a:pt x="2021576" y="333575"/>
                  <a:pt x="1981231" y="310013"/>
                  <a:pt x="1938615" y="310013"/>
                </a:cubicBezTo>
                <a:close/>
                <a:moveTo>
                  <a:pt x="982513" y="237043"/>
                </a:moveTo>
                <a:lnTo>
                  <a:pt x="1066997" y="237043"/>
                </a:lnTo>
                <a:lnTo>
                  <a:pt x="1066997" y="608764"/>
                </a:lnTo>
                <a:lnTo>
                  <a:pt x="982513" y="608764"/>
                </a:lnTo>
                <a:close/>
                <a:moveTo>
                  <a:pt x="554800" y="237043"/>
                </a:moveTo>
                <a:lnTo>
                  <a:pt x="646886" y="237043"/>
                </a:lnTo>
                <a:lnTo>
                  <a:pt x="747362" y="495500"/>
                </a:lnTo>
                <a:lnTo>
                  <a:pt x="847063" y="237043"/>
                </a:lnTo>
                <a:lnTo>
                  <a:pt x="939924" y="237043"/>
                </a:lnTo>
                <a:lnTo>
                  <a:pt x="783900" y="608751"/>
                </a:lnTo>
                <a:lnTo>
                  <a:pt x="710824" y="608751"/>
                </a:lnTo>
                <a:close/>
                <a:moveTo>
                  <a:pt x="427713" y="237043"/>
                </a:moveTo>
                <a:lnTo>
                  <a:pt x="512197" y="237043"/>
                </a:lnTo>
                <a:lnTo>
                  <a:pt x="512197" y="608764"/>
                </a:lnTo>
                <a:lnTo>
                  <a:pt x="427713" y="608764"/>
                </a:lnTo>
                <a:close/>
                <a:moveTo>
                  <a:pt x="0" y="237043"/>
                </a:moveTo>
                <a:lnTo>
                  <a:pt x="92100" y="237043"/>
                </a:lnTo>
                <a:lnTo>
                  <a:pt x="192562" y="495500"/>
                </a:lnTo>
                <a:lnTo>
                  <a:pt x="292263" y="237043"/>
                </a:lnTo>
                <a:lnTo>
                  <a:pt x="385124" y="237043"/>
                </a:lnTo>
                <a:lnTo>
                  <a:pt x="229100" y="608751"/>
                </a:lnTo>
                <a:lnTo>
                  <a:pt x="156024" y="608751"/>
                </a:lnTo>
                <a:close/>
                <a:moveTo>
                  <a:pt x="1921100" y="229451"/>
                </a:moveTo>
                <a:cubicBezTo>
                  <a:pt x="1970570" y="229451"/>
                  <a:pt x="2020040" y="253774"/>
                  <a:pt x="2039838" y="287210"/>
                </a:cubicBezTo>
                <a:lnTo>
                  <a:pt x="2039838" y="237042"/>
                </a:lnTo>
                <a:lnTo>
                  <a:pt x="2124322" y="237042"/>
                </a:lnTo>
                <a:lnTo>
                  <a:pt x="2124322" y="608764"/>
                </a:lnTo>
                <a:lnTo>
                  <a:pt x="2039838" y="608764"/>
                </a:lnTo>
                <a:lnTo>
                  <a:pt x="2039838" y="558596"/>
                </a:lnTo>
                <a:cubicBezTo>
                  <a:pt x="2020040" y="592046"/>
                  <a:pt x="1970570" y="616369"/>
                  <a:pt x="1921100" y="616369"/>
                </a:cubicBezTo>
                <a:cubicBezTo>
                  <a:pt x="1820638" y="616369"/>
                  <a:pt x="1742246" y="530471"/>
                  <a:pt x="1742246" y="422530"/>
                </a:cubicBezTo>
                <a:cubicBezTo>
                  <a:pt x="1742246" y="314589"/>
                  <a:pt x="1820638" y="229451"/>
                  <a:pt x="1921100" y="229451"/>
                </a:cubicBezTo>
                <a:close/>
                <a:moveTo>
                  <a:pt x="1312088" y="229437"/>
                </a:moveTo>
                <a:cubicBezTo>
                  <a:pt x="1401890" y="229437"/>
                  <a:pt x="1478759" y="289492"/>
                  <a:pt x="1490181" y="370067"/>
                </a:cubicBezTo>
                <a:lnTo>
                  <a:pt x="1403412" y="370067"/>
                </a:lnTo>
                <a:cubicBezTo>
                  <a:pt x="1394275" y="335857"/>
                  <a:pt x="1356214" y="310773"/>
                  <a:pt x="1312075" y="310773"/>
                </a:cubicBezTo>
                <a:cubicBezTo>
                  <a:pt x="1250421" y="310773"/>
                  <a:pt x="1203236" y="360180"/>
                  <a:pt x="1203236" y="423277"/>
                </a:cubicBezTo>
                <a:cubicBezTo>
                  <a:pt x="1203236" y="486373"/>
                  <a:pt x="1250421" y="535020"/>
                  <a:pt x="1312075" y="535020"/>
                </a:cubicBezTo>
                <a:lnTo>
                  <a:pt x="1312075" y="535007"/>
                </a:lnTo>
                <a:cubicBezTo>
                  <a:pt x="1356227" y="535007"/>
                  <a:pt x="1395036" y="509923"/>
                  <a:pt x="1404174" y="472684"/>
                </a:cubicBezTo>
                <a:lnTo>
                  <a:pt x="1490943" y="472684"/>
                </a:lnTo>
                <a:cubicBezTo>
                  <a:pt x="1481057" y="557062"/>
                  <a:pt x="1402664" y="616356"/>
                  <a:pt x="1312088" y="616356"/>
                </a:cubicBezTo>
                <a:cubicBezTo>
                  <a:pt x="1203249" y="616356"/>
                  <a:pt x="1119526" y="533499"/>
                  <a:pt x="1119526" y="423277"/>
                </a:cubicBezTo>
                <a:cubicBezTo>
                  <a:pt x="1119526" y="313055"/>
                  <a:pt x="1203249" y="229437"/>
                  <a:pt x="1312088" y="229437"/>
                </a:cubicBezTo>
                <a:close/>
                <a:moveTo>
                  <a:pt x="1537233" y="142965"/>
                </a:moveTo>
                <a:lnTo>
                  <a:pt x="1620074" y="142965"/>
                </a:lnTo>
                <a:lnTo>
                  <a:pt x="1620074" y="207382"/>
                </a:lnTo>
                <a:cubicBezTo>
                  <a:pt x="1620074" y="223673"/>
                  <a:pt x="1633340" y="236909"/>
                  <a:pt x="1649638" y="236909"/>
                </a:cubicBezTo>
                <a:lnTo>
                  <a:pt x="1718519" y="236909"/>
                </a:lnTo>
                <a:lnTo>
                  <a:pt x="1718519" y="319646"/>
                </a:lnTo>
                <a:lnTo>
                  <a:pt x="1649638" y="319646"/>
                </a:lnTo>
                <a:cubicBezTo>
                  <a:pt x="1587651" y="319646"/>
                  <a:pt x="1537233" y="269278"/>
                  <a:pt x="1537233" y="207382"/>
                </a:cubicBezTo>
                <a:close/>
                <a:moveTo>
                  <a:pt x="1024755" y="98187"/>
                </a:moveTo>
                <a:cubicBezTo>
                  <a:pt x="1054293" y="98187"/>
                  <a:pt x="1078233" y="122097"/>
                  <a:pt x="1078233" y="151597"/>
                </a:cubicBezTo>
                <a:cubicBezTo>
                  <a:pt x="1078233" y="181098"/>
                  <a:pt x="1054293" y="205007"/>
                  <a:pt x="1024755" y="205007"/>
                </a:cubicBezTo>
                <a:cubicBezTo>
                  <a:pt x="995218" y="205007"/>
                  <a:pt x="971278" y="181098"/>
                  <a:pt x="971278" y="151597"/>
                </a:cubicBezTo>
                <a:cubicBezTo>
                  <a:pt x="971278" y="122097"/>
                  <a:pt x="995218" y="98187"/>
                  <a:pt x="1024755" y="98187"/>
                </a:cubicBezTo>
                <a:close/>
                <a:moveTo>
                  <a:pt x="469955" y="98187"/>
                </a:moveTo>
                <a:cubicBezTo>
                  <a:pt x="499492" y="98187"/>
                  <a:pt x="523432" y="122097"/>
                  <a:pt x="523432" y="151597"/>
                </a:cubicBezTo>
                <a:cubicBezTo>
                  <a:pt x="523432" y="181098"/>
                  <a:pt x="499492" y="205007"/>
                  <a:pt x="469955" y="205007"/>
                </a:cubicBezTo>
                <a:cubicBezTo>
                  <a:pt x="440417" y="205007"/>
                  <a:pt x="416477" y="181098"/>
                  <a:pt x="416477" y="151597"/>
                </a:cubicBezTo>
                <a:cubicBezTo>
                  <a:pt x="416477" y="122097"/>
                  <a:pt x="440417" y="98187"/>
                  <a:pt x="469955" y="98187"/>
                </a:cubicBezTo>
                <a:close/>
                <a:moveTo>
                  <a:pt x="2287587" y="87874"/>
                </a:moveTo>
                <a:lnTo>
                  <a:pt x="2287587" y="87914"/>
                </a:lnTo>
                <a:lnTo>
                  <a:pt x="2279078" y="121417"/>
                </a:lnTo>
                <a:cubicBezTo>
                  <a:pt x="2276793" y="130423"/>
                  <a:pt x="2269659" y="137401"/>
                  <a:pt x="2260602" y="139509"/>
                </a:cubicBezTo>
                <a:cubicBezTo>
                  <a:pt x="2260602" y="139509"/>
                  <a:pt x="2224918" y="147795"/>
                  <a:pt x="2224918" y="147795"/>
                </a:cubicBezTo>
                <a:lnTo>
                  <a:pt x="2224918" y="152945"/>
                </a:lnTo>
                <a:lnTo>
                  <a:pt x="2260602" y="161231"/>
                </a:lnTo>
                <a:cubicBezTo>
                  <a:pt x="2269659" y="163339"/>
                  <a:pt x="2276793" y="170317"/>
                  <a:pt x="2279078" y="179323"/>
                </a:cubicBezTo>
                <a:cubicBezTo>
                  <a:pt x="2279078" y="179323"/>
                  <a:pt x="2287587" y="212826"/>
                  <a:pt x="2287587" y="212826"/>
                </a:cubicBezTo>
                <a:lnTo>
                  <a:pt x="2287587" y="212866"/>
                </a:lnTo>
                <a:cubicBezTo>
                  <a:pt x="2287587" y="212866"/>
                  <a:pt x="2293278" y="212866"/>
                  <a:pt x="2293278" y="212866"/>
                </a:cubicBezTo>
                <a:lnTo>
                  <a:pt x="2293278" y="212826"/>
                </a:lnTo>
                <a:lnTo>
                  <a:pt x="2301788" y="179323"/>
                </a:lnTo>
                <a:cubicBezTo>
                  <a:pt x="2304073" y="170317"/>
                  <a:pt x="2311207" y="163339"/>
                  <a:pt x="2320264" y="161231"/>
                </a:cubicBezTo>
                <a:lnTo>
                  <a:pt x="2355947" y="152945"/>
                </a:lnTo>
                <a:lnTo>
                  <a:pt x="2355947" y="147795"/>
                </a:lnTo>
                <a:lnTo>
                  <a:pt x="2320264" y="139509"/>
                </a:lnTo>
                <a:cubicBezTo>
                  <a:pt x="2311207" y="137401"/>
                  <a:pt x="2304073" y="130423"/>
                  <a:pt x="2301788" y="121417"/>
                </a:cubicBezTo>
                <a:cubicBezTo>
                  <a:pt x="2301788" y="121417"/>
                  <a:pt x="2293278" y="87914"/>
                  <a:pt x="2293278" y="87914"/>
                </a:cubicBezTo>
                <a:lnTo>
                  <a:pt x="2293278" y="87874"/>
                </a:lnTo>
                <a:cubicBezTo>
                  <a:pt x="2293278" y="87874"/>
                  <a:pt x="2287587" y="87874"/>
                  <a:pt x="2287587" y="87874"/>
                </a:cubicBezTo>
                <a:close/>
                <a:moveTo>
                  <a:pt x="2261604" y="0"/>
                </a:moveTo>
                <a:lnTo>
                  <a:pt x="2289177" y="0"/>
                </a:lnTo>
                <a:lnTo>
                  <a:pt x="2316751" y="0"/>
                </a:lnTo>
                <a:lnTo>
                  <a:pt x="2316751" y="85112"/>
                </a:lnTo>
                <a:lnTo>
                  <a:pt x="2352674" y="49234"/>
                </a:lnTo>
                <a:lnTo>
                  <a:pt x="2391670" y="88181"/>
                </a:lnTo>
                <a:cubicBezTo>
                  <a:pt x="2391670" y="88181"/>
                  <a:pt x="2355747" y="124059"/>
                  <a:pt x="2355747" y="124059"/>
                </a:cubicBezTo>
                <a:lnTo>
                  <a:pt x="2447659" y="124059"/>
                </a:lnTo>
                <a:lnTo>
                  <a:pt x="2447659" y="132664"/>
                </a:lnTo>
                <a:lnTo>
                  <a:pt x="2447659" y="151597"/>
                </a:lnTo>
                <a:lnTo>
                  <a:pt x="2447659" y="170530"/>
                </a:lnTo>
                <a:lnTo>
                  <a:pt x="2447659" y="179136"/>
                </a:lnTo>
                <a:lnTo>
                  <a:pt x="2355747" y="179136"/>
                </a:lnTo>
                <a:lnTo>
                  <a:pt x="2391670" y="215014"/>
                </a:lnTo>
                <a:lnTo>
                  <a:pt x="2352674" y="253961"/>
                </a:lnTo>
                <a:cubicBezTo>
                  <a:pt x="2352674" y="253961"/>
                  <a:pt x="2316751" y="218083"/>
                  <a:pt x="2316751" y="218083"/>
                </a:cubicBezTo>
                <a:lnTo>
                  <a:pt x="2316751" y="303195"/>
                </a:lnTo>
                <a:cubicBezTo>
                  <a:pt x="2316751" y="303195"/>
                  <a:pt x="2261604" y="303195"/>
                  <a:pt x="2261604" y="303195"/>
                </a:cubicBezTo>
                <a:lnTo>
                  <a:pt x="2261604" y="218083"/>
                </a:lnTo>
                <a:lnTo>
                  <a:pt x="2225680" y="253961"/>
                </a:lnTo>
                <a:lnTo>
                  <a:pt x="2186684" y="215014"/>
                </a:lnTo>
                <a:cubicBezTo>
                  <a:pt x="2186684" y="215014"/>
                  <a:pt x="2222608" y="179136"/>
                  <a:pt x="2222608" y="179136"/>
                </a:cubicBezTo>
                <a:lnTo>
                  <a:pt x="2130695" y="179136"/>
                </a:lnTo>
                <a:cubicBezTo>
                  <a:pt x="2130695" y="179136"/>
                  <a:pt x="2130695" y="124059"/>
                  <a:pt x="2130695" y="124059"/>
                </a:cubicBezTo>
                <a:lnTo>
                  <a:pt x="2222608" y="124059"/>
                </a:lnTo>
                <a:lnTo>
                  <a:pt x="2186684" y="88181"/>
                </a:lnTo>
                <a:lnTo>
                  <a:pt x="2225680" y="49234"/>
                </a:lnTo>
                <a:cubicBezTo>
                  <a:pt x="2225680" y="49234"/>
                  <a:pt x="2261604" y="85112"/>
                  <a:pt x="2261604" y="8511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GB" noProof="0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7C7E85-451E-9996-2B6E-CBAD926DC3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257175" y="255600"/>
            <a:ext cx="5488313" cy="4629150"/>
          </a:xfrm>
          <a:custGeom>
            <a:avLst/>
            <a:gdLst>
              <a:gd name="connsiteX0" fmla="*/ 0 w 5488313"/>
              <a:gd name="connsiteY0" fmla="*/ 0 h 4629150"/>
              <a:gd name="connsiteX1" fmla="*/ 5345335 w 5488313"/>
              <a:gd name="connsiteY1" fmla="*/ 0 h 4629150"/>
              <a:gd name="connsiteX2" fmla="*/ 5484590 w 5488313"/>
              <a:gd name="connsiteY2" fmla="*/ 174974 h 4629150"/>
              <a:gd name="connsiteX3" fmla="*/ 4488656 w 5488313"/>
              <a:gd name="connsiteY3" fmla="*/ 4488847 h 4629150"/>
              <a:gd name="connsiteX4" fmla="*/ 4312349 w 5488313"/>
              <a:gd name="connsiteY4" fmla="*/ 4629150 h 4629150"/>
              <a:gd name="connsiteX5" fmla="*/ 4312254 w 5488313"/>
              <a:gd name="connsiteY5" fmla="*/ 4629150 h 4629150"/>
              <a:gd name="connsiteX6" fmla="*/ 161925 w 5488313"/>
              <a:gd name="connsiteY6" fmla="*/ 4629150 h 4629150"/>
              <a:gd name="connsiteX7" fmla="*/ 0 w 5488313"/>
              <a:gd name="connsiteY7" fmla="*/ 4467225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0" y="0"/>
                </a:move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lnTo>
                  <a:pt x="4312254" y="4629150"/>
                </a:ln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 sz="600">
                <a:noFill/>
                <a:latin typeface="+mn-lt"/>
              </a:defRPr>
            </a:lvl1pPr>
            <a:lvl2pPr marL="0" indent="0">
              <a:buFontTx/>
              <a:buNone/>
              <a:defRPr sz="600">
                <a:noFill/>
                <a:latin typeface="+mn-lt"/>
              </a:defRPr>
            </a:lvl2pPr>
            <a:lvl3pPr marL="0" indent="0">
              <a:buFontTx/>
              <a:buNone/>
              <a:defRPr sz="600">
                <a:noFill/>
                <a:latin typeface="+mn-lt"/>
              </a:defRPr>
            </a:lvl3pPr>
            <a:lvl4pPr marL="0" indent="0">
              <a:buFontTx/>
              <a:buNone/>
              <a:defRPr sz="600">
                <a:noFill/>
                <a:latin typeface="+mn-lt"/>
              </a:defRPr>
            </a:lvl4pPr>
            <a:lvl5pPr marL="0" indent="0">
              <a:buFontTx/>
              <a:buNone/>
              <a:defRPr sz="600">
                <a:noFill/>
                <a:latin typeface="+mn-lt"/>
              </a:defRPr>
            </a:lvl5pPr>
            <a:lvl6pPr marL="0" indent="0">
              <a:buFontTx/>
              <a:buNone/>
              <a:defRPr sz="600">
                <a:noFill/>
                <a:latin typeface="+mn-lt"/>
              </a:defRPr>
            </a:lvl6pPr>
            <a:lvl7pPr marL="0" indent="0">
              <a:buFontTx/>
              <a:buNone/>
              <a:defRPr sz="600">
                <a:noFill/>
                <a:latin typeface="+mn-lt"/>
              </a:defRPr>
            </a:lvl7pPr>
            <a:lvl8pPr marL="0" indent="0">
              <a:buFontTx/>
              <a:buNone/>
              <a:defRPr sz="600">
                <a:noFill/>
                <a:latin typeface="+mn-lt"/>
              </a:defRPr>
            </a:lvl8pPr>
            <a:lvl9pPr marL="0" indent="0">
              <a:buFontTx/>
              <a:buNone/>
              <a:defRPr sz="6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2B90-58E3-4C8B-A645-4C539A498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0" y="590399"/>
            <a:ext cx="4411257" cy="1601957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Thank you!</a:t>
            </a:r>
          </a:p>
        </p:txBody>
      </p:sp>
      <p:sp>
        <p:nvSpPr>
          <p:cNvPr id="14" name="Text Placeholder 33">
            <a:extLst>
              <a:ext uri="{FF2B5EF4-FFF2-40B4-BE49-F238E27FC236}">
                <a16:creationId xmlns:a16="http://schemas.microsoft.com/office/drawing/2014/main" id="{3B4395A1-7961-9990-05A4-B43E10F24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89659" y="4350326"/>
            <a:ext cx="3982341" cy="27564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300">
                <a:solidFill>
                  <a:schemeClr val="bg1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9BEDFF-00DF-68A1-78D1-7A824ABA89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592214" y="255600"/>
            <a:ext cx="3294610" cy="2095500"/>
          </a:xfrm>
          <a:custGeom>
            <a:avLst/>
            <a:gdLst>
              <a:gd name="connsiteX0" fmla="*/ 591034 w 3294610"/>
              <a:gd name="connsiteY0" fmla="*/ 0 h 2095500"/>
              <a:gd name="connsiteX1" fmla="*/ 3132686 w 3294610"/>
              <a:gd name="connsiteY1" fmla="*/ 0 h 2095500"/>
              <a:gd name="connsiteX2" fmla="*/ 3281888 w 3294610"/>
              <a:gd name="connsiteY2" fmla="*/ 98892 h 2095500"/>
              <a:gd name="connsiteX3" fmla="*/ 3294610 w 3294610"/>
              <a:gd name="connsiteY3" fmla="*/ 161920 h 2095500"/>
              <a:gd name="connsiteX4" fmla="*/ 3294610 w 3294610"/>
              <a:gd name="connsiteY4" fmla="*/ 2095500 h 2095500"/>
              <a:gd name="connsiteX5" fmla="*/ 142978 w 3294610"/>
              <a:gd name="connsiteY5" fmla="*/ 2095500 h 2095500"/>
              <a:gd name="connsiteX6" fmla="*/ 3723 w 3294610"/>
              <a:gd name="connsiteY6" fmla="*/ 1920526 h 2095500"/>
              <a:gd name="connsiteX7" fmla="*/ 414727 w 3294610"/>
              <a:gd name="connsiteY7" fmla="*/ 140303 h 2095500"/>
              <a:gd name="connsiteX8" fmla="*/ 591034 w 3294610"/>
              <a:gd name="connsiteY8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94610" h="2095500">
                <a:moveTo>
                  <a:pt x="591034" y="0"/>
                </a:moveTo>
                <a:lnTo>
                  <a:pt x="3132686" y="0"/>
                </a:lnTo>
                <a:cubicBezTo>
                  <a:pt x="3199765" y="0"/>
                  <a:pt x="3257308" y="40773"/>
                  <a:pt x="3281888" y="98892"/>
                </a:cubicBezTo>
                <a:lnTo>
                  <a:pt x="3294610" y="161920"/>
                </a:lnTo>
                <a:lnTo>
                  <a:pt x="3294610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2" y="58198"/>
                  <a:pt x="506833" y="0"/>
                  <a:pt x="591034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 sz="600">
                <a:noFill/>
                <a:latin typeface="+mn-lt"/>
              </a:defRPr>
            </a:lvl1pPr>
            <a:lvl2pPr marL="0" indent="0">
              <a:buFontTx/>
              <a:buNone/>
              <a:defRPr sz="600">
                <a:noFill/>
                <a:latin typeface="+mn-lt"/>
              </a:defRPr>
            </a:lvl2pPr>
            <a:lvl3pPr marL="0" indent="0">
              <a:buFontTx/>
              <a:buNone/>
              <a:defRPr sz="600">
                <a:noFill/>
                <a:latin typeface="+mn-lt"/>
              </a:defRPr>
            </a:lvl3pPr>
            <a:lvl4pPr marL="0" indent="0">
              <a:buFontTx/>
              <a:buNone/>
              <a:defRPr sz="600">
                <a:noFill/>
                <a:latin typeface="+mn-lt"/>
              </a:defRPr>
            </a:lvl4pPr>
            <a:lvl5pPr marL="0" indent="0">
              <a:buFontTx/>
              <a:buNone/>
              <a:defRPr sz="600">
                <a:noFill/>
                <a:latin typeface="+mn-lt"/>
              </a:defRPr>
            </a:lvl5pPr>
            <a:lvl6pPr marL="0" indent="0">
              <a:buFontTx/>
              <a:buNone/>
              <a:defRPr sz="600">
                <a:noFill/>
                <a:latin typeface="+mn-lt"/>
              </a:defRPr>
            </a:lvl6pPr>
            <a:lvl7pPr marL="0" indent="0">
              <a:buFontTx/>
              <a:buNone/>
              <a:defRPr sz="600">
                <a:noFill/>
                <a:latin typeface="+mn-lt"/>
              </a:defRPr>
            </a:lvl7pPr>
            <a:lvl8pPr marL="0" indent="0">
              <a:buFontTx/>
              <a:buNone/>
              <a:defRPr sz="600">
                <a:noFill/>
                <a:latin typeface="+mn-lt"/>
              </a:defRPr>
            </a:lvl8pPr>
            <a:lvl9pPr marL="0" indent="0">
              <a:buFontTx/>
              <a:buNone/>
              <a:defRPr sz="60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4242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 hidden="1">
            <a:extLst>
              <a:ext uri="{FF2B5EF4-FFF2-40B4-BE49-F238E27FC236}">
                <a16:creationId xmlns:a16="http://schemas.microsoft.com/office/drawing/2014/main" id="{0C0312E5-5EDD-05C0-1BFC-F4D78E808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0F108A17-9AA8-4E38-8E76-356AFF7AD44B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16" name="Footer Placeholder 4" hidden="1">
            <a:extLst>
              <a:ext uri="{FF2B5EF4-FFF2-40B4-BE49-F238E27FC236}">
                <a16:creationId xmlns:a16="http://schemas.microsoft.com/office/drawing/2014/main" id="{F1048807-47C3-57BD-02E1-07231AAB9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7" name="Slide Number Placeholder 5" hidden="1">
            <a:extLst>
              <a:ext uri="{FF2B5EF4-FFF2-40B4-BE49-F238E27FC236}">
                <a16:creationId xmlns:a16="http://schemas.microsoft.com/office/drawing/2014/main" id="{6EE954E5-3CF0-A352-B61F-E2A4536C4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A9BB21-20EC-793C-E3EF-93AB4ED0A033}"/>
              </a:ext>
            </a:extLst>
          </p:cNvPr>
          <p:cNvSpPr/>
          <p:nvPr/>
        </p:nvSpPr>
        <p:spPr>
          <a:xfrm>
            <a:off x="257175" y="255600"/>
            <a:ext cx="5488313" cy="4629150"/>
          </a:xfrm>
          <a:custGeom>
            <a:avLst/>
            <a:gdLst>
              <a:gd name="connsiteX0" fmla="*/ 4312254 w 5488313"/>
              <a:gd name="connsiteY0" fmla="*/ 4629150 h 4629150"/>
              <a:gd name="connsiteX1" fmla="*/ 161925 w 5488313"/>
              <a:gd name="connsiteY1" fmla="*/ 4629150 h 4629150"/>
              <a:gd name="connsiteX2" fmla="*/ 0 w 5488313"/>
              <a:gd name="connsiteY2" fmla="*/ 4467225 h 4629150"/>
              <a:gd name="connsiteX3" fmla="*/ 0 w 5488313"/>
              <a:gd name="connsiteY3" fmla="*/ 0 h 4629150"/>
              <a:gd name="connsiteX4" fmla="*/ 5345335 w 5488313"/>
              <a:gd name="connsiteY4" fmla="*/ 0 h 4629150"/>
              <a:gd name="connsiteX5" fmla="*/ 5484590 w 5488313"/>
              <a:gd name="connsiteY5" fmla="*/ 174974 h 4629150"/>
              <a:gd name="connsiteX6" fmla="*/ 4488656 w 5488313"/>
              <a:gd name="connsiteY6" fmla="*/ 4488847 h 4629150"/>
              <a:gd name="connsiteX7" fmla="*/ 4312349 w 5488313"/>
              <a:gd name="connsiteY7" fmla="*/ 4629150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4312254" y="4629150"/>
                </a:move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2B90-58E3-4C8B-A645-4C539A498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0" y="590399"/>
            <a:ext cx="4411257" cy="1601957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Thank you!</a:t>
            </a:r>
          </a:p>
        </p:txBody>
      </p:sp>
      <p:sp>
        <p:nvSpPr>
          <p:cNvPr id="14" name="Text Placeholder 33">
            <a:extLst>
              <a:ext uri="{FF2B5EF4-FFF2-40B4-BE49-F238E27FC236}">
                <a16:creationId xmlns:a16="http://schemas.microsoft.com/office/drawing/2014/main" id="{3B4395A1-7961-9990-05A4-B43E10F24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89659" y="4350326"/>
            <a:ext cx="3982341" cy="27564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300">
                <a:solidFill>
                  <a:schemeClr val="bg1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7C2EE0C-F4EE-DE4E-1591-5324CE4397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9166" y="3896946"/>
            <a:ext cx="2447659" cy="616369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57571CE-1D4B-D43F-05A9-EB7BD9C845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592214" y="255600"/>
            <a:ext cx="3294610" cy="2095500"/>
          </a:xfrm>
          <a:custGeom>
            <a:avLst/>
            <a:gdLst>
              <a:gd name="connsiteX0" fmla="*/ 591034 w 3294610"/>
              <a:gd name="connsiteY0" fmla="*/ 0 h 2095500"/>
              <a:gd name="connsiteX1" fmla="*/ 3132686 w 3294610"/>
              <a:gd name="connsiteY1" fmla="*/ 0 h 2095500"/>
              <a:gd name="connsiteX2" fmla="*/ 3281888 w 3294610"/>
              <a:gd name="connsiteY2" fmla="*/ 98892 h 2095500"/>
              <a:gd name="connsiteX3" fmla="*/ 3294610 w 3294610"/>
              <a:gd name="connsiteY3" fmla="*/ 161920 h 2095500"/>
              <a:gd name="connsiteX4" fmla="*/ 3294610 w 3294610"/>
              <a:gd name="connsiteY4" fmla="*/ 2095500 h 2095500"/>
              <a:gd name="connsiteX5" fmla="*/ 142978 w 3294610"/>
              <a:gd name="connsiteY5" fmla="*/ 2095500 h 2095500"/>
              <a:gd name="connsiteX6" fmla="*/ 3723 w 3294610"/>
              <a:gd name="connsiteY6" fmla="*/ 1920526 h 2095500"/>
              <a:gd name="connsiteX7" fmla="*/ 414727 w 3294610"/>
              <a:gd name="connsiteY7" fmla="*/ 140303 h 2095500"/>
              <a:gd name="connsiteX8" fmla="*/ 591034 w 3294610"/>
              <a:gd name="connsiteY8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94610" h="2095500">
                <a:moveTo>
                  <a:pt x="591034" y="0"/>
                </a:moveTo>
                <a:lnTo>
                  <a:pt x="3132686" y="0"/>
                </a:lnTo>
                <a:cubicBezTo>
                  <a:pt x="3199765" y="0"/>
                  <a:pt x="3257308" y="40773"/>
                  <a:pt x="3281888" y="98892"/>
                </a:cubicBezTo>
                <a:lnTo>
                  <a:pt x="3294610" y="161920"/>
                </a:lnTo>
                <a:lnTo>
                  <a:pt x="3294610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2" y="58198"/>
                  <a:pt x="506833" y="0"/>
                  <a:pt x="5910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468000" tIns="72000" rIns="144000">
            <a:no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100"/>
            </a:lvl1pPr>
          </a:lstStyle>
          <a:p>
            <a:r>
              <a:rPr lang="en-GB" dirty="0"/>
              <a:t>Click on icon to insert picture or click on frame to insert picture via Templafy Images</a:t>
            </a:r>
          </a:p>
        </p:txBody>
      </p:sp>
    </p:spTree>
    <p:extLst>
      <p:ext uri="{BB962C8B-B14F-4D97-AF65-F5344CB8AC3E}">
        <p14:creationId xmlns:p14="http://schemas.microsoft.com/office/powerpoint/2010/main" val="100173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 hidden="1">
            <a:extLst>
              <a:ext uri="{FF2B5EF4-FFF2-40B4-BE49-F238E27FC236}">
                <a16:creationId xmlns:a16="http://schemas.microsoft.com/office/drawing/2014/main" id="{0C0312E5-5EDD-05C0-1BFC-F4D78E808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6E1879AA-1B96-4F2F-A4F2-89E2910B7566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16" name="Footer Placeholder 4" hidden="1">
            <a:extLst>
              <a:ext uri="{FF2B5EF4-FFF2-40B4-BE49-F238E27FC236}">
                <a16:creationId xmlns:a16="http://schemas.microsoft.com/office/drawing/2014/main" id="{F1048807-47C3-57BD-02E1-07231AAB9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7" name="Slide Number Placeholder 5" hidden="1">
            <a:extLst>
              <a:ext uri="{FF2B5EF4-FFF2-40B4-BE49-F238E27FC236}">
                <a16:creationId xmlns:a16="http://schemas.microsoft.com/office/drawing/2014/main" id="{6EE954E5-3CF0-A352-B61F-E2A4536C4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51435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37961A-B92F-5A03-5A34-AC08D942A25B}"/>
              </a:ext>
            </a:extLst>
          </p:cNvPr>
          <p:cNvSpPr/>
          <p:nvPr/>
        </p:nvSpPr>
        <p:spPr>
          <a:xfrm>
            <a:off x="5592214" y="255600"/>
            <a:ext cx="3294610" cy="2095500"/>
          </a:xfrm>
          <a:custGeom>
            <a:avLst/>
            <a:gdLst>
              <a:gd name="connsiteX0" fmla="*/ 3294611 w 3294610"/>
              <a:gd name="connsiteY0" fmla="*/ 161925 h 2095500"/>
              <a:gd name="connsiteX1" fmla="*/ 3294611 w 3294610"/>
              <a:gd name="connsiteY1" fmla="*/ 2095500 h 2095500"/>
              <a:gd name="connsiteX2" fmla="*/ 142978 w 3294610"/>
              <a:gd name="connsiteY2" fmla="*/ 2095500 h 2095500"/>
              <a:gd name="connsiteX3" fmla="*/ 3723 w 3294610"/>
              <a:gd name="connsiteY3" fmla="*/ 1920526 h 2095500"/>
              <a:gd name="connsiteX4" fmla="*/ 414727 w 3294610"/>
              <a:gd name="connsiteY4" fmla="*/ 140303 h 2095500"/>
              <a:gd name="connsiteX5" fmla="*/ 591034 w 3294610"/>
              <a:gd name="connsiteY5" fmla="*/ 0 h 2095500"/>
              <a:gd name="connsiteX6" fmla="*/ 3132686 w 3294610"/>
              <a:gd name="connsiteY6" fmla="*/ 0 h 2095500"/>
              <a:gd name="connsiteX7" fmla="*/ 3294611 w 3294610"/>
              <a:gd name="connsiteY7" fmla="*/ 161925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4610" h="2095500">
                <a:moveTo>
                  <a:pt x="3294611" y="161925"/>
                </a:moveTo>
                <a:lnTo>
                  <a:pt x="3294611" y="2095500"/>
                </a:lnTo>
                <a:lnTo>
                  <a:pt x="142978" y="2095500"/>
                </a:lnTo>
                <a:cubicBezTo>
                  <a:pt x="51062" y="2095500"/>
                  <a:pt x="-16946" y="2010061"/>
                  <a:pt x="3723" y="1920526"/>
                </a:cubicBezTo>
                <a:lnTo>
                  <a:pt x="414727" y="140303"/>
                </a:lnTo>
                <a:cubicBezTo>
                  <a:pt x="433682" y="58198"/>
                  <a:pt x="506833" y="0"/>
                  <a:pt x="591034" y="0"/>
                </a:cubicBezTo>
                <a:lnTo>
                  <a:pt x="3132686" y="0"/>
                </a:lnTo>
                <a:cubicBezTo>
                  <a:pt x="3222125" y="0"/>
                  <a:pt x="3294611" y="72485"/>
                  <a:pt x="3294611" y="161925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A9BB21-20EC-793C-E3EF-93AB4ED0A033}"/>
              </a:ext>
            </a:extLst>
          </p:cNvPr>
          <p:cNvSpPr/>
          <p:nvPr/>
        </p:nvSpPr>
        <p:spPr>
          <a:xfrm>
            <a:off x="257175" y="255600"/>
            <a:ext cx="5488313" cy="4629150"/>
          </a:xfrm>
          <a:custGeom>
            <a:avLst/>
            <a:gdLst>
              <a:gd name="connsiteX0" fmla="*/ 4312254 w 5488313"/>
              <a:gd name="connsiteY0" fmla="*/ 4629150 h 4629150"/>
              <a:gd name="connsiteX1" fmla="*/ 161925 w 5488313"/>
              <a:gd name="connsiteY1" fmla="*/ 4629150 h 4629150"/>
              <a:gd name="connsiteX2" fmla="*/ 0 w 5488313"/>
              <a:gd name="connsiteY2" fmla="*/ 4467225 h 4629150"/>
              <a:gd name="connsiteX3" fmla="*/ 0 w 5488313"/>
              <a:gd name="connsiteY3" fmla="*/ 0 h 4629150"/>
              <a:gd name="connsiteX4" fmla="*/ 5345335 w 5488313"/>
              <a:gd name="connsiteY4" fmla="*/ 0 h 4629150"/>
              <a:gd name="connsiteX5" fmla="*/ 5484590 w 5488313"/>
              <a:gd name="connsiteY5" fmla="*/ 174974 h 4629150"/>
              <a:gd name="connsiteX6" fmla="*/ 4488656 w 5488313"/>
              <a:gd name="connsiteY6" fmla="*/ 4488847 h 4629150"/>
              <a:gd name="connsiteX7" fmla="*/ 4312349 w 5488313"/>
              <a:gd name="connsiteY7" fmla="*/ 4629150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629150">
                <a:moveTo>
                  <a:pt x="4312254" y="4629150"/>
                </a:moveTo>
                <a:lnTo>
                  <a:pt x="161925" y="4629150"/>
                </a:lnTo>
                <a:cubicBezTo>
                  <a:pt x="72485" y="4629150"/>
                  <a:pt x="0" y="4556665"/>
                  <a:pt x="0" y="4467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lnTo>
                  <a:pt x="4488656" y="4488847"/>
                </a:lnTo>
                <a:cubicBezTo>
                  <a:pt x="4469702" y="4570953"/>
                  <a:pt x="4396550" y="4629150"/>
                  <a:pt x="4312349" y="4629150"/>
                </a:cubicBez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2B90-58E3-4C8B-A645-4C539A498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90400" y="590399"/>
            <a:ext cx="4411257" cy="1601957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Thank you!</a:t>
            </a:r>
          </a:p>
        </p:txBody>
      </p:sp>
      <p:sp>
        <p:nvSpPr>
          <p:cNvPr id="14" name="Text Placeholder 33">
            <a:extLst>
              <a:ext uri="{FF2B5EF4-FFF2-40B4-BE49-F238E27FC236}">
                <a16:creationId xmlns:a16="http://schemas.microsoft.com/office/drawing/2014/main" id="{3B4395A1-7961-9990-05A4-B43E10F24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89659" y="4350326"/>
            <a:ext cx="3982341" cy="27564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300">
                <a:solidFill>
                  <a:schemeClr val="accent1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7C2EE0C-F4EE-DE4E-1591-5324CE4397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9166" y="3896946"/>
            <a:ext cx="2447659" cy="61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4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6">
            <a:extLst>
              <a:ext uri="{FF2B5EF4-FFF2-40B4-BE49-F238E27FC236}">
                <a16:creationId xmlns:a16="http://schemas.microsoft.com/office/drawing/2014/main" id="{B0A13FFE-7F18-6225-A57F-6EB23E62F9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56541" y="1449440"/>
            <a:ext cx="279466" cy="376008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72207" y="1120387"/>
            <a:ext cx="2079000" cy="342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Arial" panose="020B0604020202020204" pitchFamily="34" charset="0"/>
              </a:rPr>
              <a:t>PICTURES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675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675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placeholder, click on the icon and choose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b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Arial" panose="020B0604020202020204" pitchFamily="34" charset="0"/>
              </a:rPr>
              <a:t>GUIDES</a:t>
            </a:r>
            <a:endParaRPr lang="en-GB" sz="12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675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675" b="0" i="0" dirty="0">
                <a:solidFill>
                  <a:srgbClr val="333333"/>
                </a:solidFill>
                <a:effectLst/>
                <a:latin typeface="+mn-lt"/>
              </a:rPr>
              <a:t>⌘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0905" y="2948680"/>
            <a:ext cx="235341" cy="407925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01244" y="1120388"/>
            <a:ext cx="2079000" cy="364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 to apply the changes 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all slides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selected slide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endParaRPr lang="en-GB" altLang="da-DK" sz="675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12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675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675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675" b="1" i="0" u="sng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  <a:endParaRPr lang="en-GB" altLang="da-DK" sz="675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endParaRPr lang="en-GB" altLang="da-DK" sz="675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</a:t>
            </a:r>
            <a:b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elements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from the buttons in the Templafy 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pane on the right side of the screen</a:t>
            </a:r>
            <a:endParaRPr lang="en-GB" altLang="da-DK" sz="675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04814" y="336535"/>
            <a:ext cx="8331991" cy="4876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24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80244" y="1532952"/>
            <a:ext cx="283720" cy="407525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09AE66C-E337-42F8-9A37-6F5639185E9F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5456302" y="2482382"/>
            <a:ext cx="255903" cy="241280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1252" y="1120387"/>
            <a:ext cx="2079000" cy="3463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675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sz="675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675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675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675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675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sz="675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reapply the correct bullet again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dirty="0"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675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675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+mj-lt"/>
              <a:buNone/>
            </a:pP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675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GB" sz="675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GB" sz="675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/>
            </a:pPr>
            <a:r>
              <a:rPr lang="en-GB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675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675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GB" sz="675" dirty="0"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18610" y="3516574"/>
            <a:ext cx="356571" cy="13257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418610" y="2918256"/>
            <a:ext cx="246661" cy="379126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418610" y="4233468"/>
            <a:ext cx="403849" cy="1296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418611" y="1789313"/>
            <a:ext cx="342857" cy="192857"/>
          </a:xfrm>
          <a:prstGeom prst="rect">
            <a:avLst/>
          </a:prstGeom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418611" y="2321713"/>
            <a:ext cx="192857" cy="2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C2BD42-F8E6-1115-F030-67A258C98FD4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478723" y="1982170"/>
            <a:ext cx="279705" cy="27519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72F4581-D847-013B-60D3-4553823EF098}"/>
              </a:ext>
            </a:extLst>
          </p:cNvPr>
          <p:cNvGrpSpPr/>
          <p:nvPr userDrawn="1"/>
        </p:nvGrpSpPr>
        <p:grpSpPr>
          <a:xfrm>
            <a:off x="8351811" y="4135158"/>
            <a:ext cx="452131" cy="580863"/>
            <a:chOff x="11136922" y="5390425"/>
            <a:chExt cx="602841" cy="7744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0682D0A-3C0E-E632-4EDE-88509A815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rcRect r="75311"/>
            <a:stretch/>
          </p:blipFill>
          <p:spPr>
            <a:xfrm>
              <a:off x="11317698" y="5390425"/>
              <a:ext cx="241288" cy="3872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3319B3-19CB-A0D9-B7C7-BCC127404B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rcRect l="38317"/>
            <a:stretch/>
          </p:blipFill>
          <p:spPr>
            <a:xfrm>
              <a:off x="11136922" y="5777667"/>
              <a:ext cx="602841" cy="3872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30344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450"/>
              </a:spcBef>
              <a:buClr>
                <a:srgbClr val="003755"/>
              </a:buClr>
            </a:pPr>
            <a:endParaRPr lang="en-GB" sz="105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322660" y="492618"/>
            <a:ext cx="8517733" cy="21698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3300" b="0" noProof="1">
                <a:solidFill>
                  <a:schemeClr val="bg1"/>
                </a:solidFill>
              </a:rPr>
              <a:t>If you see any </a:t>
            </a:r>
            <a:r>
              <a:rPr lang="en-GB" sz="3300" b="0" i="1" noProof="1">
                <a:solidFill>
                  <a:schemeClr val="bg1"/>
                </a:solidFill>
                <a:latin typeface="+mj-lt"/>
              </a:rPr>
              <a:t>layouts after this one</a:t>
            </a:r>
            <a:r>
              <a:rPr lang="en-GB" sz="3300" b="1" i="1" noProof="1">
                <a:solidFill>
                  <a:schemeClr val="bg1"/>
                </a:solidFill>
              </a:rPr>
              <a:t>,</a:t>
            </a:r>
            <a:br>
              <a:rPr lang="en-GB" sz="3300" b="0" i="0" noProof="1">
                <a:solidFill>
                  <a:schemeClr val="bg1"/>
                </a:solidFill>
              </a:rPr>
            </a:br>
            <a:r>
              <a:rPr lang="en-GB" sz="3300" b="0" noProof="1">
                <a:solidFill>
                  <a:schemeClr val="bg1"/>
                </a:solidFill>
              </a:rPr>
              <a:t>do not use them. These layouts </a:t>
            </a:r>
            <a:r>
              <a:rPr lang="en-GB" sz="3300" b="0" i="1" u="none" noProof="1">
                <a:solidFill>
                  <a:schemeClr val="bg1"/>
                </a:solidFill>
                <a:latin typeface="+mj-lt"/>
              </a:rPr>
              <a:t>are not </a:t>
            </a:r>
            <a:r>
              <a:rPr lang="en-GB" sz="3300" b="0" noProof="1">
                <a:solidFill>
                  <a:schemeClr val="bg1"/>
                </a:solidFill>
              </a:rPr>
              <a:t>part of our corporate template.</a:t>
            </a:r>
            <a:br>
              <a:rPr lang="en-GB" sz="2100" b="0" noProof="1">
                <a:solidFill>
                  <a:schemeClr val="bg1"/>
                </a:solidFill>
              </a:rPr>
            </a:br>
            <a:br>
              <a:rPr lang="en-GB" sz="2100" b="0" noProof="1">
                <a:solidFill>
                  <a:schemeClr val="bg1"/>
                </a:solidFill>
              </a:rPr>
            </a:br>
            <a:endParaRPr lang="en-GB" sz="2100" b="0" noProof="1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7803656" y="2493920"/>
            <a:ext cx="777591" cy="777591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450"/>
                </a:spcBef>
                <a:buClr>
                  <a:srgbClr val="003755"/>
                </a:buClr>
              </a:pPr>
              <a:endParaRPr lang="en-GB" sz="105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450"/>
                </a:spcBef>
                <a:buClr>
                  <a:srgbClr val="003755"/>
                </a:buClr>
              </a:pPr>
              <a:endParaRPr lang="en-GB" sz="105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322660" y="1941281"/>
            <a:ext cx="761426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350" b="0" i="1" noProof="1">
                <a:solidFill>
                  <a:schemeClr val="bg1"/>
                </a:solidFill>
                <a:latin typeface="+mj-lt"/>
              </a:rPr>
              <a:t>Do not use</a:t>
            </a:r>
            <a:endParaRPr lang="en-GB" sz="1800" b="0" i="1" noProof="1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322660" y="3889841"/>
            <a:ext cx="8517731" cy="7335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1500" b="0" noProof="1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1500" b="0" noProof="1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350" b="0" noProof="1">
                <a:solidFill>
                  <a:schemeClr val="bg1"/>
                </a:solidFill>
              </a:rPr>
            </a:br>
            <a:endParaRPr lang="en-GB" sz="1350" b="0" noProof="1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CEC4D37C-63FB-4E1A-BC74-692D8379CE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D818E8B-A739-4F7B-AAC4-587D3625F74F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366F5624-9F93-4886-AA21-F80917985E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0133CC86-1DF2-4DA7-8C09-65C8A51A6F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695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2.sv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255600"/>
            <a:ext cx="8631237" cy="8937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836" y="1423086"/>
            <a:ext cx="8631236" cy="3075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Level 1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4, Header</a:t>
            </a:r>
          </a:p>
          <a:p>
            <a:pPr lvl="4"/>
            <a:r>
              <a:rPr lang="en-GB" noProof="0" dirty="0"/>
              <a:t>Level 5, Body</a:t>
            </a:r>
          </a:p>
          <a:p>
            <a:pPr lvl="5"/>
            <a:r>
              <a:rPr lang="en-GB" noProof="0" dirty="0"/>
              <a:t>Level 6, Small bullet/body</a:t>
            </a:r>
          </a:p>
          <a:p>
            <a:pPr lvl="6"/>
            <a:r>
              <a:rPr lang="en-GB" noProof="0" dirty="0"/>
              <a:t>Level 7, Small Header</a:t>
            </a:r>
          </a:p>
          <a:p>
            <a:pPr lvl="7"/>
            <a:r>
              <a:rPr lang="en-GB" noProof="0" dirty="0"/>
              <a:t>Level 8, Special bullet for light background</a:t>
            </a:r>
          </a:p>
          <a:p>
            <a:pPr lvl="8"/>
            <a:r>
              <a:rPr lang="en-GB" noProof="0" dirty="0"/>
              <a:t>Level 9, Special bullet for dark background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67986" y="4780800"/>
            <a:ext cx="2057400" cy="135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12817F6-1333-46CF-B9C2-819D51AA0B98}" type="datetime4">
              <a:rPr lang="en-GB" smtClean="0"/>
              <a:t>20 May 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4780800"/>
            <a:ext cx="3086100" cy="135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7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dirty="0"/>
              <a:t>Internal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5431" y="4780800"/>
            <a:ext cx="251641" cy="135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6976C7-35B0-66A5-8C76-92FE86C967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255601" y="4773600"/>
            <a:ext cx="513796" cy="1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850" r:id="rId2"/>
    <p:sldLayoutId id="2147483851" r:id="rId3"/>
    <p:sldLayoutId id="2147483852" r:id="rId4"/>
    <p:sldLayoutId id="2147483737" r:id="rId5"/>
    <p:sldLayoutId id="2147483853" r:id="rId6"/>
    <p:sldLayoutId id="2147483855" r:id="rId7"/>
    <p:sldLayoutId id="2147483854" r:id="rId8"/>
    <p:sldLayoutId id="2147483856" r:id="rId9"/>
    <p:sldLayoutId id="2147483731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57" r:id="rId16"/>
    <p:sldLayoutId id="2147483858" r:id="rId17"/>
    <p:sldLayoutId id="2147483882" r:id="rId18"/>
    <p:sldLayoutId id="2147483880" r:id="rId19"/>
    <p:sldLayoutId id="2147483881" r:id="rId20"/>
    <p:sldLayoutId id="2147483885" r:id="rId21"/>
    <p:sldLayoutId id="2147483883" r:id="rId22"/>
    <p:sldLayoutId id="2147483884" r:id="rId23"/>
    <p:sldLayoutId id="2147483891" r:id="rId24"/>
    <p:sldLayoutId id="2147483755" r:id="rId25"/>
    <p:sldLayoutId id="2147483772" r:id="rId26"/>
    <p:sldLayoutId id="2147483809" r:id="rId27"/>
    <p:sldLayoutId id="2147483863" r:id="rId28"/>
    <p:sldLayoutId id="2147483892" r:id="rId29"/>
    <p:sldLayoutId id="2147483893" r:id="rId30"/>
    <p:sldLayoutId id="2147483894" r:id="rId31"/>
    <p:sldLayoutId id="2147483895" r:id="rId32"/>
    <p:sldLayoutId id="2147483896" r:id="rId33"/>
    <p:sldLayoutId id="2147483864" r:id="rId34"/>
    <p:sldLayoutId id="2147483865" r:id="rId35"/>
    <p:sldLayoutId id="2147483897" r:id="rId36"/>
    <p:sldLayoutId id="2147483872" r:id="rId37"/>
    <p:sldLayoutId id="2147483867" r:id="rId38"/>
    <p:sldLayoutId id="2147483898" r:id="rId39"/>
    <p:sldLayoutId id="2147483868" r:id="rId40"/>
    <p:sldLayoutId id="2147483899" r:id="rId41"/>
    <p:sldLayoutId id="2147483900" r:id="rId42"/>
    <p:sldLayoutId id="2147483869" r:id="rId43"/>
    <p:sldLayoutId id="2147483870" r:id="rId44"/>
    <p:sldLayoutId id="2147483871" r:id="rId45"/>
    <p:sldLayoutId id="2147483901" r:id="rId46"/>
    <p:sldLayoutId id="2147483902" r:id="rId47"/>
    <p:sldLayoutId id="2147483873" r:id="rId48"/>
    <p:sldLayoutId id="2147483765" r:id="rId49"/>
    <p:sldLayoutId id="2147483874" r:id="rId50"/>
    <p:sldLayoutId id="2147483732" r:id="rId51"/>
    <p:sldLayoutId id="2147483875" r:id="rId52"/>
    <p:sldLayoutId id="2147483877" r:id="rId53"/>
    <p:sldLayoutId id="2147483878" r:id="rId54"/>
    <p:sldLayoutId id="2147483879" r:id="rId55"/>
    <p:sldLayoutId id="2147483903" r:id="rId56"/>
    <p:sldLayoutId id="2147483841" r:id="rId57"/>
    <p:sldLayoutId id="2147483846" r:id="rId58"/>
  </p:sldLayoutIdLst>
  <p:hf hd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8000" indent="-144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144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0" kern="1200" baseline="0">
          <a:solidFill>
            <a:schemeClr val="accent1"/>
          </a:solidFill>
          <a:latin typeface="+mj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44000" indent="-144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200" b="0" kern="1200" cap="none" baseline="0">
          <a:solidFill>
            <a:schemeClr val="accent1"/>
          </a:solidFill>
          <a:latin typeface="+mj-lt"/>
          <a:ea typeface="+mn-ea"/>
          <a:cs typeface="+mn-cs"/>
        </a:defRPr>
      </a:lvl7pPr>
      <a:lvl8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400" kern="1200" baseline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598" userDrawn="1">
          <p15:clr>
            <a:srgbClr val="A4A4A4"/>
          </p15:clr>
        </p15:guide>
        <p15:guide id="7" orient="horz" pos="724" userDrawn="1">
          <p15:clr>
            <a:srgbClr val="A4A4A4"/>
          </p15:clr>
        </p15:guide>
        <p15:guide id="22" orient="horz" pos="161" userDrawn="1">
          <p15:clr>
            <a:srgbClr val="A4A4A4"/>
          </p15:clr>
        </p15:guide>
        <p15:guide id="25" orient="horz" pos="2913" userDrawn="1">
          <p15:clr>
            <a:srgbClr val="A4A4A4"/>
          </p15:clr>
        </p15:guide>
        <p15:guide id="28" orient="horz" pos="3079" userDrawn="1">
          <p15:clr>
            <a:srgbClr val="A4A3A4"/>
          </p15:clr>
        </p15:guide>
        <p15:guide id="29" pos="161" userDrawn="1">
          <p15:clr>
            <a:srgbClr val="A4A3A4"/>
          </p15:clr>
        </p15:guide>
        <p15:guide id="30" orient="horz" pos="2834" userDrawn="1">
          <p15:clr>
            <a:srgbClr val="A4A3A4"/>
          </p15:clr>
        </p15:guide>
        <p15:guide id="31" orient="horz" pos="89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11" Type="http://schemas.openxmlformats.org/officeDocument/2006/relationships/image" Target="../media/image24.png"/><Relationship Id="rId5" Type="http://schemas.openxmlformats.org/officeDocument/2006/relationships/image" Target="../media/image11.png"/><Relationship Id="rId10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7.xml"/><Relationship Id="rId4" Type="http://schemas.openxmlformats.org/officeDocument/2006/relationships/image" Target="../media/image2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846F6B5-0E30-9664-D642-42FC6FDA0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buNone/>
            </a:pPr>
            <a:r>
              <a:rPr sz="3600" b="0" i="0" u="none">
                <a:latin typeface="+mj-lt"/>
              </a:rPr>
              <a:t>AI Value at Nordic Supply Direct</a:t>
            </a:r>
            <a:endParaRPr/>
          </a:p>
        </p:txBody>
      </p:sp>
      <p:sp>
        <p:nvSpPr>
          <p:cNvPr id="6" name="Undertitel 5">
            <a:extLst>
              <a:ext uri="{FF2B5EF4-FFF2-40B4-BE49-F238E27FC236}">
                <a16:creationId xmlns:a16="http://schemas.microsoft.com/office/drawing/2014/main" id="{D6E42FDB-3CDF-D2CC-8A82-5440C833C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200" b="0" i="0" u="none">
                <a:latin typeface="+mn-lt"/>
              </a:rPr>
              <a:t>Board review of priorities, value, risks, and next steps</a:t>
            </a:r>
            <a:endParaRPr/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E94CDFF8-0E51-6DC2-2E7A-75F3BCA49C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b="0" i="0" u="none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80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raphic 18">
            <a:extLst>
              <a:ext uri="{FF2B5EF4-FFF2-40B4-BE49-F238E27FC236}">
                <a16:creationId xmlns:a16="http://schemas.microsoft.com/office/drawing/2014/main" id="{AE156CD0-E83A-893A-66B2-877C7D85E887}"/>
              </a:ext>
            </a:extLst>
          </p:cNvPr>
          <p:cNvSpPr/>
          <p:nvPr/>
        </p:nvSpPr>
        <p:spPr>
          <a:xfrm>
            <a:off x="3441760" y="255600"/>
            <a:ext cx="5440878" cy="4248150"/>
          </a:xfrm>
          <a:custGeom>
            <a:avLst/>
            <a:gdLst>
              <a:gd name="connsiteX0" fmla="*/ 1088049 w 5440878"/>
              <a:gd name="connsiteY0" fmla="*/ 0 h 4248150"/>
              <a:gd name="connsiteX1" fmla="*/ 5278954 w 5440878"/>
              <a:gd name="connsiteY1" fmla="*/ 0 h 4248150"/>
              <a:gd name="connsiteX2" fmla="*/ 5440879 w 5440878"/>
              <a:gd name="connsiteY2" fmla="*/ 161925 h 4248150"/>
              <a:gd name="connsiteX3" fmla="*/ 5440879 w 5440878"/>
              <a:gd name="connsiteY3" fmla="*/ 4248150 h 4248150"/>
              <a:gd name="connsiteX4" fmla="*/ 142978 w 5440878"/>
              <a:gd name="connsiteY4" fmla="*/ 4248150 h 4248150"/>
              <a:gd name="connsiteX5" fmla="*/ 3723 w 5440878"/>
              <a:gd name="connsiteY5" fmla="*/ 4073176 h 4248150"/>
              <a:gd name="connsiteX6" fmla="*/ 911741 w 5440878"/>
              <a:gd name="connsiteY6" fmla="*/ 140303 h 4248150"/>
              <a:gd name="connsiteX7" fmla="*/ 1088049 w 5440878"/>
              <a:gd name="connsiteY7" fmla="*/ 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0878" h="4248150">
                <a:moveTo>
                  <a:pt x="1088049" y="0"/>
                </a:moveTo>
                <a:lnTo>
                  <a:pt x="5278954" y="0"/>
                </a:lnTo>
                <a:cubicBezTo>
                  <a:pt x="5368394" y="0"/>
                  <a:pt x="5440879" y="72485"/>
                  <a:pt x="5440879" y="161925"/>
                </a:cubicBezTo>
                <a:lnTo>
                  <a:pt x="5440879" y="4248150"/>
                </a:lnTo>
                <a:lnTo>
                  <a:pt x="142978" y="4248150"/>
                </a:lnTo>
                <a:cubicBezTo>
                  <a:pt x="51062" y="4248150"/>
                  <a:pt x="-16946" y="4162711"/>
                  <a:pt x="3723" y="4073176"/>
                </a:cubicBezTo>
                <a:lnTo>
                  <a:pt x="911741" y="140303"/>
                </a:lnTo>
                <a:cubicBezTo>
                  <a:pt x="930696" y="58198"/>
                  <a:pt x="1003848" y="0"/>
                  <a:pt x="1088049" y="0"/>
                </a:cubicBezTo>
                <a:close/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0D4C2147-B37A-A6D7-9BCD-C4E67080FEAF}"/>
              </a:ext>
            </a:extLst>
          </p:cNvPr>
          <p:cNvSpPr/>
          <p:nvPr/>
        </p:nvSpPr>
        <p:spPr>
          <a:xfrm>
            <a:off x="255600" y="255600"/>
            <a:ext cx="3844869" cy="4248150"/>
          </a:xfrm>
          <a:custGeom>
            <a:avLst/>
            <a:gdLst>
              <a:gd name="connsiteX0" fmla="*/ 2756726 w 3844869"/>
              <a:gd name="connsiteY0" fmla="*/ 4248150 h 4248150"/>
              <a:gd name="connsiteX1" fmla="*/ 161925 w 3844869"/>
              <a:gd name="connsiteY1" fmla="*/ 4248150 h 4248150"/>
              <a:gd name="connsiteX2" fmla="*/ 0 w 3844869"/>
              <a:gd name="connsiteY2" fmla="*/ 4086225 h 4248150"/>
              <a:gd name="connsiteX3" fmla="*/ 0 w 3844869"/>
              <a:gd name="connsiteY3" fmla="*/ 0 h 4248150"/>
              <a:gd name="connsiteX4" fmla="*/ 3701891 w 3844869"/>
              <a:gd name="connsiteY4" fmla="*/ 0 h 4248150"/>
              <a:gd name="connsiteX5" fmla="*/ 3841147 w 3844869"/>
              <a:gd name="connsiteY5" fmla="*/ 174974 h 4248150"/>
              <a:gd name="connsiteX6" fmla="*/ 2933129 w 3844869"/>
              <a:gd name="connsiteY6" fmla="*/ 4107847 h 4248150"/>
              <a:gd name="connsiteX7" fmla="*/ 2756821 w 3844869"/>
              <a:gd name="connsiteY7" fmla="*/ 424815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2756726" y="4248150"/>
                </a:move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ubicBezTo>
                  <a:pt x="0" y="0"/>
                  <a:pt x="3701891" y="0"/>
                  <a:pt x="3701891" y="0"/>
                </a:cubicBezTo>
                <a:cubicBezTo>
                  <a:pt x="3793808" y="0"/>
                  <a:pt x="3861816" y="85439"/>
                  <a:pt x="3841147" y="174974"/>
                </a:cubicBezTo>
                <a:lnTo>
                  <a:pt x="2933129" y="4107847"/>
                </a:lnTo>
                <a:cubicBezTo>
                  <a:pt x="2914174" y="4189953"/>
                  <a:pt x="2841022" y="4248150"/>
                  <a:pt x="2756821" y="4248150"/>
                </a:cubicBezTo>
                <a:close/>
              </a:path>
            </a:pathLst>
          </a:custGeom>
          <a:solidFill>
            <a:srgbClr val="F2B1D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00" y="590400"/>
            <a:ext cx="2881849" cy="3564214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GB" sz="5400" b="0" i="0" u="none">
                <a:latin typeface="Figtree Medium"/>
              </a:rPr>
              <a:t>Agenda</a:t>
            </a:r>
            <a:endParaRPr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4939928" y="590400"/>
            <a:ext cx="3613672" cy="3564214"/>
          </a:xfrm>
        </p:spPr>
        <p:txBody>
          <a:bodyPr anchor="ctr" anchorCtr="0"/>
          <a:lstStyle>
            <a:lvl1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cap="none" baseline="0">
                <a:solidFill>
                  <a:schemeClr val="bg1"/>
                </a:solidFill>
                <a:latin typeface="+mj-lt"/>
              </a:defRPr>
            </a:lvl1pPr>
            <a:lvl2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2pPr>
            <a:lvl3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3pPr>
            <a:lvl4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4pPr>
            <a:lvl5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5pPr>
            <a:lvl6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6pPr>
            <a:lvl7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7pPr>
            <a:lvl8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8pPr>
            <a:lvl9pPr marL="360000" indent="-360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+mj-lt"/>
              <a:buAutoNum type="arabicPeriod"/>
              <a:defRPr sz="16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sz="1600" b="0" i="0" u="none" noProof="0">
                <a:latin typeface="Figtree Medium"/>
              </a:rPr>
              <a:t>Executive summary</a:t>
            </a:r>
            <a:endParaRPr sz="1600">
              <a:latin typeface="Figtree Medium"/>
            </a:endParaRPr>
          </a:p>
          <a:p>
            <a:pPr lvl="0"/>
            <a:r>
              <a:rPr lang="en-GB" sz="1600" b="0" i="0" u="none" noProof="0">
                <a:latin typeface="Figtree Medium"/>
              </a:rPr>
              <a:t>Strategic context and operating frictions</a:t>
            </a:r>
            <a:endParaRPr sz="1600">
              <a:latin typeface="Figtree Medium"/>
            </a:endParaRPr>
          </a:p>
          <a:p>
            <a:pPr lvl="0"/>
            <a:r>
              <a:rPr lang="en-GB" sz="1600" b="0" i="0" u="none" noProof="0">
                <a:latin typeface="Figtree Medium"/>
              </a:rPr>
              <a:t>Priority AI opportunities and prioritization</a:t>
            </a:r>
            <a:endParaRPr sz="1600">
              <a:latin typeface="Figtree Medium"/>
            </a:endParaRPr>
          </a:p>
          <a:p>
            <a:pPr lvl="0"/>
            <a:r>
              <a:rPr lang="en-GB" sz="1600" b="0" i="0" u="none" noProof="0">
                <a:latin typeface="Figtree Medium"/>
              </a:rPr>
              <a:t>Use case deep dives</a:t>
            </a:r>
            <a:endParaRPr sz="1600">
              <a:latin typeface="Figtree Medium"/>
            </a:endParaRPr>
          </a:p>
          <a:p>
            <a:pPr lvl="0"/>
            <a:r>
              <a:rPr lang="en-GB" sz="1600" b="0" i="0" u="none" noProof="0">
                <a:latin typeface="Figtree Medium"/>
              </a:rPr>
              <a:t>Value, risk, and governance</a:t>
            </a:r>
            <a:endParaRPr sz="1600">
              <a:latin typeface="Figtree Medium"/>
            </a:endParaRPr>
          </a:p>
          <a:p>
            <a:pPr lvl="0"/>
            <a:r>
              <a:rPr lang="en-GB" sz="1600" b="0" i="0" u="none" noProof="0">
                <a:latin typeface="Figtree Medium"/>
              </a:rPr>
              <a:t>Roadmap, decisions, and next steps</a:t>
            </a:r>
            <a:endParaRPr sz="1600">
              <a:latin typeface="Figtree Medium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955A22A-BBC0-DC8E-6EB3-7BA4ADCCD0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FBC3A4-9769-4002-BFEE-BD33CBC636EB}" type="datetime4">
              <a:rPr lang="en-GB" smtClean="0"/>
              <a:t>20 May 2026</a:t>
            </a:fld>
            <a:endParaRPr lang="en-GB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1E4F27F-051E-4DC7-C3B4-D97DEE0F74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38C14FC-3261-994E-3BA7-650230F75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GB" sz="3700" b="0" i="0" u="none" noProof="0">
                <a:latin typeface="Figtree Medium"/>
              </a:rPr>
              <a:t>Executive Summary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Executive Summary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sz="1400" b="1" i="0" u="none" noProof="0">
                <a:latin typeface="Figtree Light"/>
              </a:rPr>
              <a:t>Why AI, why now:</a:t>
            </a:r>
            <a:r>
              <a:rPr lang="en-GB" sz="1400" b="0" i="0" u="none" noProof="0">
                <a:latin typeface="Figtree Light"/>
              </a:rPr>
              <a:t> AI reduces operational friction, boosts service speed &amp; planning accuracy—key for Nordic Supply Direct's customer loyalty &amp; margins.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Where to focus &amp; value:</a:t>
            </a:r>
            <a:r>
              <a:rPr lang="en-GB" sz="1400" b="0" i="0" u="none" noProof="0">
                <a:latin typeface="Figtree Light"/>
              </a:rPr>
              <a:t> Start with customer service order-status, delivery exception triage, demand forecasting; expect lower manual workload, faster response, better exception handling, improved forecasts, enhanced customer experience &amp; inventory decisions.</a:t>
            </a:r>
            <a:endParaRPr sz="1400">
              <a:latin typeface="Figtree Light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46837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0" i="0" u="none" noProof="0">
                <a:latin typeface="Figtree Medium"/>
              </a:rPr>
              <a:t>Board Takeaway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AI should be treated as an operational value program rather than a technology experiment, with initial investment concentrated on practical use cases that are feasible, measurable, and aligned to core business workflows.</a:t>
            </a:r>
            <a:endParaRPr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328E-3EF0-469A-8EB7-95D7470687AA}" type="datetime4">
              <a:rPr lang="en-GB" smtClean="0"/>
              <a:t>20 May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GB" sz="3700" b="0" i="0" u="none" noProof="0">
                <a:latin typeface="Figtree Medium"/>
              </a:rPr>
              <a:t>Strategic context and operating frictions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divide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raphic 12">
            <a:extLst>
              <a:ext uri="{FF2B5EF4-FFF2-40B4-BE49-F238E27FC236}">
                <a16:creationId xmlns:a16="http://schemas.microsoft.com/office/drawing/2014/main" id="{3B78D89B-B4BC-D843-CAEE-08A717FB1127}"/>
              </a:ext>
            </a:extLst>
          </p:cNvPr>
          <p:cNvSpPr/>
          <p:nvPr/>
        </p:nvSpPr>
        <p:spPr>
          <a:xfrm>
            <a:off x="257175" y="1065600"/>
            <a:ext cx="2850968" cy="3434143"/>
          </a:xfrm>
          <a:custGeom>
            <a:avLst/>
            <a:gdLst>
              <a:gd name="connsiteX0" fmla="*/ 0 w 2850968"/>
              <a:gd name="connsiteY0" fmla="*/ 0 h 3434143"/>
              <a:gd name="connsiteX1" fmla="*/ 2708053 w 2850968"/>
              <a:gd name="connsiteY1" fmla="*/ 0 h 3434143"/>
              <a:gd name="connsiteX2" fmla="*/ 2849880 w 2850968"/>
              <a:gd name="connsiteY2" fmla="*/ 160306 h 3434143"/>
              <a:gd name="connsiteX3" fmla="*/ 2467451 w 2850968"/>
              <a:gd name="connsiteY3" fmla="*/ 3275266 h 3434143"/>
              <a:gd name="connsiteX4" fmla="*/ 2287810 w 2850968"/>
              <a:gd name="connsiteY4" fmla="*/ 3434144 h 3434143"/>
              <a:gd name="connsiteX5" fmla="*/ 161925 w 2850968"/>
              <a:gd name="connsiteY5" fmla="*/ 3434144 h 3434143"/>
              <a:gd name="connsiteX6" fmla="*/ 0 w 2850968"/>
              <a:gd name="connsiteY6" fmla="*/ 3272219 h 3434143"/>
              <a:gd name="connsiteX7" fmla="*/ 0 w 2850968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0968" h="3434143">
                <a:moveTo>
                  <a:pt x="0" y="0"/>
                </a:moveTo>
                <a:lnTo>
                  <a:pt x="2708053" y="0"/>
                </a:lnTo>
                <a:cubicBezTo>
                  <a:pt x="2793873" y="0"/>
                  <a:pt x="2860358" y="75152"/>
                  <a:pt x="2849880" y="160306"/>
                </a:cubicBezTo>
                <a:lnTo>
                  <a:pt x="2467451" y="3275266"/>
                </a:lnTo>
                <a:cubicBezTo>
                  <a:pt x="2456307" y="3366040"/>
                  <a:pt x="2379250" y="3434144"/>
                  <a:pt x="2287810" y="3434144"/>
                </a:cubicBezTo>
                <a:lnTo>
                  <a:pt x="161925" y="3434144"/>
                </a:lnTo>
                <a:cubicBezTo>
                  <a:pt x="72485" y="3434144"/>
                  <a:pt x="0" y="3361658"/>
                  <a:pt x="0" y="3272219"/>
                </a:cubicBezTo>
                <a:lnTo>
                  <a:pt x="0" y="0"/>
                </a:lnTo>
                <a:close/>
              </a:path>
            </a:pathLst>
          </a:custGeom>
          <a:solidFill>
            <a:srgbClr val="F2B1D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FE808FF6-6D0E-12DE-E59E-B9ECCCDB18C3}"/>
              </a:ext>
            </a:extLst>
          </p:cNvPr>
          <p:cNvSpPr/>
          <p:nvPr/>
        </p:nvSpPr>
        <p:spPr>
          <a:xfrm>
            <a:off x="2980903" y="1065600"/>
            <a:ext cx="3181868" cy="3434143"/>
          </a:xfrm>
          <a:custGeom>
            <a:avLst/>
            <a:gdLst>
              <a:gd name="connsiteX0" fmla="*/ 563159 w 3181868"/>
              <a:gd name="connsiteY0" fmla="*/ 0 h 3434143"/>
              <a:gd name="connsiteX1" fmla="*/ 3038992 w 3181868"/>
              <a:gd name="connsiteY1" fmla="*/ 0 h 3434143"/>
              <a:gd name="connsiteX2" fmla="*/ 3180724 w 3181868"/>
              <a:gd name="connsiteY2" fmla="*/ 160592 h 3434143"/>
              <a:gd name="connsiteX3" fmla="*/ 2771149 w 3181868"/>
              <a:gd name="connsiteY3" fmla="*/ 3434144 h 3434143"/>
              <a:gd name="connsiteX4" fmla="*/ 142916 w 3181868"/>
              <a:gd name="connsiteY4" fmla="*/ 3434144 h 3434143"/>
              <a:gd name="connsiteX5" fmla="*/ 1089 w 3181868"/>
              <a:gd name="connsiteY5" fmla="*/ 3273838 h 3434143"/>
              <a:gd name="connsiteX6" fmla="*/ 383517 w 3181868"/>
              <a:gd name="connsiteY6" fmla="*/ 158877 h 3434143"/>
              <a:gd name="connsiteX7" fmla="*/ 563159 w 3181868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81868" h="3434143">
                <a:moveTo>
                  <a:pt x="563159" y="0"/>
                </a:moveTo>
                <a:lnTo>
                  <a:pt x="3038992" y="0"/>
                </a:lnTo>
                <a:cubicBezTo>
                  <a:pt x="3124908" y="0"/>
                  <a:pt x="3191488" y="75343"/>
                  <a:pt x="3180724" y="160592"/>
                </a:cubicBezTo>
                <a:lnTo>
                  <a:pt x="2771149" y="3434144"/>
                </a:lnTo>
                <a:lnTo>
                  <a:pt x="142916" y="3434144"/>
                </a:lnTo>
                <a:cubicBezTo>
                  <a:pt x="57096" y="3434144"/>
                  <a:pt x="-9389" y="3358991"/>
                  <a:pt x="1089" y="3273838"/>
                </a:cubicBezTo>
                <a:lnTo>
                  <a:pt x="383517" y="158877"/>
                </a:lnTo>
                <a:cubicBezTo>
                  <a:pt x="394662" y="68104"/>
                  <a:pt x="471719" y="0"/>
                  <a:pt x="563159" y="0"/>
                </a:cubicBezTo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Graphic 18">
            <a:extLst>
              <a:ext uri="{FF2B5EF4-FFF2-40B4-BE49-F238E27FC236}">
                <a16:creationId xmlns:a16="http://schemas.microsoft.com/office/drawing/2014/main" id="{D015CB3E-4EF3-E8FF-A925-0FF0A3C4B8B8}"/>
              </a:ext>
            </a:extLst>
          </p:cNvPr>
          <p:cNvSpPr/>
          <p:nvPr/>
        </p:nvSpPr>
        <p:spPr>
          <a:xfrm>
            <a:off x="6028903" y="1065600"/>
            <a:ext cx="2857921" cy="3434143"/>
          </a:xfrm>
          <a:custGeom>
            <a:avLst/>
            <a:gdLst>
              <a:gd name="connsiteX0" fmla="*/ 563159 w 2857921"/>
              <a:gd name="connsiteY0" fmla="*/ 0 h 3434143"/>
              <a:gd name="connsiteX1" fmla="*/ 2695997 w 2857921"/>
              <a:gd name="connsiteY1" fmla="*/ 0 h 3434143"/>
              <a:gd name="connsiteX2" fmla="*/ 2857922 w 2857921"/>
              <a:gd name="connsiteY2" fmla="*/ 161925 h 3434143"/>
              <a:gd name="connsiteX3" fmla="*/ 2857922 w 2857921"/>
              <a:gd name="connsiteY3" fmla="*/ 3434144 h 3434143"/>
              <a:gd name="connsiteX4" fmla="*/ 142916 w 2857921"/>
              <a:gd name="connsiteY4" fmla="*/ 3434144 h 3434143"/>
              <a:gd name="connsiteX5" fmla="*/ 1089 w 2857921"/>
              <a:gd name="connsiteY5" fmla="*/ 3273838 h 3434143"/>
              <a:gd name="connsiteX6" fmla="*/ 383517 w 2857921"/>
              <a:gd name="connsiteY6" fmla="*/ 158877 h 3434143"/>
              <a:gd name="connsiteX7" fmla="*/ 563159 w 2857921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921" h="3434143">
                <a:moveTo>
                  <a:pt x="563159" y="0"/>
                </a:moveTo>
                <a:lnTo>
                  <a:pt x="2695997" y="0"/>
                </a:lnTo>
                <a:cubicBezTo>
                  <a:pt x="2785437" y="0"/>
                  <a:pt x="2857922" y="72485"/>
                  <a:pt x="2857922" y="161925"/>
                </a:cubicBezTo>
                <a:lnTo>
                  <a:pt x="2857922" y="3434144"/>
                </a:lnTo>
                <a:lnTo>
                  <a:pt x="142916" y="3434144"/>
                </a:lnTo>
                <a:cubicBezTo>
                  <a:pt x="57096" y="3434144"/>
                  <a:pt x="-9389" y="3358991"/>
                  <a:pt x="1089" y="3273838"/>
                </a:cubicBezTo>
                <a:lnTo>
                  <a:pt x="383517" y="158877"/>
                </a:lnTo>
                <a:cubicBezTo>
                  <a:pt x="394662" y="68104"/>
                  <a:pt x="471719" y="0"/>
                  <a:pt x="563159" y="0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15C9-0DDE-41B0-A3BE-F9872730DCDC}" type="datetime4">
              <a:rPr lang="en-GB" smtClean="0"/>
              <a:t>20 May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10CC8ED-2C61-7B88-9DB0-3B1F8345E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Why this matters now</a:t>
            </a:r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41E1F84-097B-B9FA-85D1-5FF95412AC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0400" y="1310399"/>
            <a:ext cx="1772309" cy="2965967"/>
          </a:xfrm>
        </p:spPr>
        <p:txBody>
          <a:bodyPr/>
          <a:lstStyle>
            <a:lvl1pPr>
              <a:defRPr/>
            </a:lvl1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External pressure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Customers expect immediate status visibility, proactive communication, and reliable fulfillment. Meanwhile, supply and distribution businesses still need strong cost discipline.</a:t>
            </a:r>
            <a:endParaRPr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110CC7A-2AAF-C8DB-A705-1383FFC6ABC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1640" y="1310399"/>
            <a:ext cx="1772309" cy="29659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</a:lstStyle>
          <a:p>
            <a:pPr marL="0" lvl="0" indent="0">
              <a:buNone/>
            </a:pPr>
            <a:r>
              <a:rPr lang="en-GB" sz="1400" b="1" i="0" u="none">
                <a:latin typeface="Figtree Light"/>
              </a:rPr>
              <a:t>Internal opportunity</a:t>
            </a:r>
            <a:endParaRPr/>
          </a:p>
          <a:p>
            <a:pPr marL="0" lvl="0" indent="0">
              <a:buNone/>
            </a:pPr>
            <a:r>
              <a:rPr lang="en-GB" sz="1400" b="0" i="0" u="none">
                <a:latin typeface="Figtree Light"/>
              </a:rPr>
              <a:t>AI can now automate repetitive knowledge work, exception routing, and prediction tasks, improving service while reducing management effort and frontline strain.</a:t>
            </a:r>
            <a:endParaRPr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C3063DC-C386-4FBF-2BD1-EE5225E043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16268" y="1310399"/>
            <a:ext cx="1809118" cy="2965967"/>
          </a:xfrm>
        </p:spPr>
        <p:txBody>
          <a:bodyPr/>
          <a:lstStyle>
            <a:lvl1pPr>
              <a:defRPr/>
            </a:lvl1pPr>
          </a:lstStyle>
          <a:p>
            <a:pPr marL="0" lvl="0" indent="0">
              <a:buNone/>
            </a:pPr>
            <a:r>
              <a:rPr lang="en-GB" sz="1400" b="1" i="0" u="none">
                <a:latin typeface="Figtree Light"/>
              </a:rPr>
              <a:t>Board relevance</a:t>
            </a:r>
            <a:endParaRPr/>
          </a:p>
          <a:p>
            <a:pPr marL="0" lvl="0" indent="0">
              <a:buNone/>
            </a:pPr>
            <a:r>
              <a:rPr lang="en-GB" sz="1400" b="0" i="0" u="none">
                <a:latin typeface="Figtree Light"/>
              </a:rPr>
              <a:t>Early movers build better decision support and operating leverage. Delay leaves fragmented processes, slower response times, and missed margin opportunities. The case is targeted deployment, not experimentation.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Current operating frictions and strategic context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600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Customer inquiry load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Teams spend significant time answering routine order-status and delivery questions, limiting capacity for higher-value customer interaction and issue resolution.</a:t>
            </a:r>
            <a:endParaRPr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01479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Exception management complexity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Delivery disruptions, fulfillment deviations, and case handoffs often require manual triage across stakeholders, slowing response times and reducing consistency.</a:t>
            </a:r>
            <a:endParaRPr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47358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Planning and forecasting variability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Demand planning depends heavily on historical interpretation and human judgment, making forecasts slower to refresh and harder to scale across products or regions.</a:t>
            </a:r>
            <a:endParaRPr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E983074-D604-7B9A-67C0-E8DE88FC370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993237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Management visibility and coordination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When information is spread across systems and teams, leaders get delayed signals on service performance, operational bottlenecks, and emerging risks.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CB88DF-91E3-495C-969A-88F07CCBE570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GB" sz="3700" b="0" i="0" u="none" noProof="0">
                <a:latin typeface="Figtree Medium"/>
              </a:rPr>
              <a:t>Priority AI opportunities and prioritization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Priority AI opportunities identified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600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Order-status assistant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Instant answers to routine customer inquiries, reducing repetitive service workload.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Delivery exception triage assistant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Classifies disruptions, recommends next actions, and routes cases faster.</a:t>
            </a:r>
            <a:endParaRPr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01479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AI demand forecasting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Improves forecast quality by identifying demand patterns and refreshing outlooks dynamically.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Internal knowledge assistant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Helps teams retrieve policies, process guidance, and operational answers faster.</a:t>
            </a:r>
            <a:endParaRPr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47358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Sales and account insight support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Summarizes customer activity and surfaces follow-up actions for commercial teams.</a:t>
            </a:r>
            <a:endParaRPr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E983074-D604-7B9A-67C0-E8DE88FC370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993237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Management reporting copilot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Accelerates operational summaries, issue tracking, and decision materials.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Board-ready focus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The first three opportunities are most board-ready because they link directly to service, operations, and measurable business impact.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CB88DF-91E3-495C-969A-88F07CCBE570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Board-ready prioritization of use cases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200" b="0" i="0" u="none" noProof="0">
                <a:latin typeface="Figtree Medium"/>
              </a:rPr>
              <a:t>Use case implications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Value Potential ↑</a:t>
            </a:r>
            <a:endParaRPr/>
          </a:p>
          <a:p>
            <a:pPr lvl="0"/>
            <a:r>
              <a:rPr lang="en-GB" sz="1400" b="1" i="0" u="none" noProof="0">
                <a:latin typeface="Figtree Light"/>
              </a:rPr>
              <a:t>Top-right:</a:t>
            </a:r>
            <a:r>
              <a:rPr lang="en-GB" sz="1400" b="0" i="0" u="none" noProof="0">
                <a:latin typeface="Figtree Light"/>
              </a:rPr>
              <a:t> Customer Service Order-Status Assistant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Upper-middle/right:</a:t>
            </a:r>
            <a:r>
              <a:rPr lang="en-GB" sz="1400" b="0" i="0" u="none" noProof="0">
                <a:latin typeface="Figtree Light"/>
              </a:rPr>
              <a:t> Delivery Exception Triage Assistant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Upper-middle/left:</a:t>
            </a:r>
            <a:r>
              <a:rPr lang="en-GB" sz="1400" b="0" i="0" u="none" noProof="0">
                <a:latin typeface="Figtree Light"/>
              </a:rPr>
              <a:t> AI Demand Forecasting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Middle-right:</a:t>
            </a:r>
            <a:r>
              <a:rPr lang="en-GB" sz="1400" b="0" i="0" u="none" noProof="0">
                <a:latin typeface="Figtree Light"/>
              </a:rPr>
              <a:t> Internal Knowledge Assistant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Middle-right:</a:t>
            </a:r>
            <a:r>
              <a:rPr lang="en-GB" sz="1400" b="0" i="0" u="none" noProof="0">
                <a:latin typeface="Figtree Light"/>
              </a:rPr>
              <a:t> Management Reporting Copilot</a:t>
            </a:r>
            <a:endParaRPr sz="1400">
              <a:latin typeface="Figtree Light"/>
            </a:endParaRPr>
          </a:p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Delivery Feasibility →</a:t>
            </a:r>
            <a:endParaRPr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46837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200" b="0" i="0" u="none" noProof="0">
                <a:latin typeface="Figtree Medium"/>
              </a:rPr>
              <a:t>Use case implications</a:t>
            </a:r>
            <a:endParaRPr/>
          </a:p>
          <a:p>
            <a:pPr lvl="0"/>
            <a:r>
              <a:rPr lang="en-GB" sz="1400" b="1" i="0" u="none" noProof="0">
                <a:latin typeface="Figtree Light"/>
              </a:rPr>
              <a:t>Customer Service Order-Status Assistant:</a:t>
            </a:r>
            <a:r>
              <a:rPr lang="en-GB" sz="1400" b="0" i="0" u="none" noProof="0">
                <a:latin typeface="Figtree Light"/>
              </a:rPr>
              <a:t> High value, high feasibility; ideal first-wave use case.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Delivery Exception Triage Assistant:</a:t>
            </a:r>
            <a:r>
              <a:rPr lang="en-GB" sz="1400" b="0" i="0" u="none" noProof="0">
                <a:latin typeface="Figtree Light"/>
              </a:rPr>
              <a:t> High value; needs tighter process integration and escalation logic.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AI Demand Forecasting:</a:t>
            </a:r>
            <a:r>
              <a:rPr lang="en-GB" sz="1400" b="0" i="0" u="none" noProof="0">
                <a:latin typeface="Figtree Light"/>
              </a:rPr>
              <a:t> High strategic value; depends on data quality and governance.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Internal Knowledge Assistant / Management Reporting Copilot:</a:t>
            </a:r>
            <a:r>
              <a:rPr lang="en-GB" sz="1400" b="0" i="0" u="none" noProof="0">
                <a:latin typeface="Figtree Light"/>
              </a:rPr>
              <a:t> High feasibility productivity enablers, but less transformational.</a:t>
            </a:r>
            <a:endParaRPr sz="1400">
              <a:latin typeface="Figtree Light"/>
            </a:endParaRPr>
          </a:p>
          <a:p>
            <a:pPr marL="0" lvl="0" indent="0">
              <a:buNone/>
            </a:pPr>
            <a:r>
              <a:rPr lang="en-GB" sz="1400" b="0" i="0" u="none" noProof="0">
                <a:latin typeface="Figtree Medium"/>
              </a:rPr>
              <a:t>Recommendation: prioritize a first wave anchored in service and operations, with forecasting advanced in parallel as a strategic capability build.</a:t>
            </a:r>
            <a:endParaRPr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328E-3EF0-469A-8EB7-95D7470687AA}" type="datetime4">
              <a:rPr lang="en-GB" smtClean="0"/>
              <a:t>20 May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GB" sz="3700" b="0" i="0" u="none" noProof="0">
                <a:latin typeface="Figtree Medium"/>
              </a:rPr>
              <a:t>Use case deep dives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6">
            <a:extLst>
              <a:ext uri="{FF2B5EF4-FFF2-40B4-BE49-F238E27FC236}">
                <a16:creationId xmlns:a16="http://schemas.microsoft.com/office/drawing/2014/main" id="{B0A13FFE-7F18-6225-A57F-6EB23E62F9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56541" y="1449440"/>
            <a:ext cx="279466" cy="376008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72207" y="1120387"/>
            <a:ext cx="2079000" cy="342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1200" b="0" i="0" u="none">
                <a:latin typeface="Figtree Light"/>
              </a:rPr>
              <a:t>PROCESS FLOW</a:t>
            </a:r>
            <a:endParaRPr sz="1200"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675" b="0" i="0" u="none">
                <a:latin typeface="Figtree Light"/>
              </a:rPr>
              <a:t>1. Customer asks for order status</a:t>
            </a:r>
            <a:br>
              <a:rPr lang="en-GB" sz="1200">
                <a:latin typeface="+mn-lt"/>
                <a:cs typeface="Arial" panose="020B0604020202020204" pitchFamily="34" charset="0"/>
              </a:rPr>
            </a:br>
            <a:r>
              <a:rPr lang="en-GB" sz="675" b="0" i="0" u="none">
                <a:latin typeface="Figtree Light"/>
              </a:rPr>
              <a:t>2. AI retrieves relevant order, shipment, and service information</a:t>
            </a:r>
            <a:br>
              <a:rPr lang="en-GB" sz="1200">
                <a:latin typeface="+mn-lt"/>
                <a:cs typeface="Arial" panose="020B0604020202020204" pitchFamily="34" charset="0"/>
              </a:rPr>
            </a:br>
            <a:r>
              <a:rPr lang="en-GB" sz="675" b="0" i="0" u="none">
                <a:latin typeface="Figtree Light"/>
              </a:rPr>
              <a:t>3. AI drafts or delivers a clear response</a:t>
            </a:r>
            <a:br>
              <a:rPr lang="en-GB" sz="1200">
                <a:latin typeface="+mn-lt"/>
                <a:cs typeface="Arial" panose="020B0604020202020204" pitchFamily="34" charset="0"/>
              </a:rPr>
            </a:br>
            <a:r>
              <a:rPr lang="en-GB" sz="675" b="0" i="0" u="none">
                <a:latin typeface="Figtree Light"/>
              </a:rPr>
              <a:t>4. Agent reviews only if needed or handles exceptions</a:t>
            </a:r>
            <a:br>
              <a:rPr lang="en-GB" sz="1200">
                <a:latin typeface="+mn-lt"/>
                <a:cs typeface="Arial" panose="020B0604020202020204" pitchFamily="34" charset="0"/>
              </a:rPr>
            </a:br>
            <a:r>
              <a:rPr lang="en-GB" sz="675" b="0" i="0" u="none">
                <a:latin typeface="Figtree Light"/>
              </a:rPr>
              <a:t>5. Customer receives faster, more consistent update</a:t>
            </a:r>
            <a:endParaRPr sz="120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7" name="Picture 19" descr="Agent review icon with person and checkmark, representing exception handling only when needed.">
            <a:extLst>
              <a:ext uri="{FF2B5EF4-FFF2-40B4-BE49-F238E27FC236}">
                <a16:creationId xmlns:a16="http://schemas.microsoft.com/office/drawing/2014/main" id="{B4486E42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75" t="781" r="6250" b="781"/>
          <a:stretch>
            <a:fillRect/>
          </a:stretch>
        </p:blipFill>
        <p:spPr>
          <a:xfrm>
            <a:off x="5500905" y="2948680"/>
            <a:ext cx="235341" cy="407925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01244" y="1120388"/>
            <a:ext cx="2079000" cy="364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1200" b="0" i="0" u="none">
                <a:latin typeface="Figtree Light"/>
              </a:rPr>
              <a:t>EXPECTED IMPACT</a:t>
            </a:r>
            <a:endParaRPr sz="1200"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675" b="0" i="0" u="none">
                <a:latin typeface="Figtree Light"/>
              </a:rPr>
              <a:t>Lower inquiry handling effort, faster response times, improved service consistency, and more agent time available for complex issues and customer retention activities.</a:t>
            </a:r>
            <a:endParaRPr sz="12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04814" y="336535"/>
            <a:ext cx="8331991" cy="4876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>
              <a:buNone/>
            </a:pPr>
            <a:r>
              <a:rPr lang="en-GB" sz="2400" b="0" i="0" u="none" noProof="1">
                <a:solidFill>
                  <a:schemeClr val="tx1"/>
                </a:solidFill>
                <a:latin typeface="Figtree Medium"/>
              </a:rPr>
              <a:t>ORDER-STATUS ASSISTANT</a:t>
            </a:r>
            <a:endParaRPr sz="240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9" name="Picture 12" descr="Customer outcome icon with confirmation check or delivered update symbol.">
            <a:extLst>
              <a:ext uri="{FF2B5EF4-FFF2-40B4-BE49-F238E27FC236}">
                <a16:creationId xmlns:a16="http://schemas.microsoft.com/office/drawing/2014/main" id="{C0DBDA2F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5" t="3222" b="3222"/>
          <a:stretch>
            <a:fillRect/>
          </a:stretch>
        </p:blipFill>
        <p:spPr>
          <a:xfrm>
            <a:off x="8480244" y="1532952"/>
            <a:ext cx="283720" cy="407525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">
                <a:noFill/>
              </a:defRPr>
            </a:lvl1pPr>
          </a:lstStyle>
          <a:p>
            <a:fld id="{409AE66C-E337-42F8-9A37-6F5639185E9F}" type="datetime4">
              <a:rPr lang="en-GB" smtClean="0"/>
              <a:t>20 May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Internal</a:t>
            </a:r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5456302" y="2482382"/>
            <a:ext cx="255903" cy="241280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7895" y="1149362"/>
            <a:ext cx="2079000" cy="3463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1200" b="0" i="0" u="none" dirty="0">
                <a:latin typeface="Figtree Light"/>
              </a:rPr>
              <a:t>BUSINESS PROBLEM</a:t>
            </a:r>
            <a:endParaRPr sz="1200" dirty="0"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675" b="0" i="0" u="none" dirty="0">
                <a:latin typeface="Figtree Light"/>
              </a:rPr>
              <a:t>Routine order-status inquiries consume service capacity and create delays for both customers and agents.</a:t>
            </a:r>
            <a:endParaRPr sz="1200" dirty="0"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1200" b="0" i="0" u="none" dirty="0">
                <a:latin typeface="Figtree Light"/>
              </a:rPr>
              <a:t>HOW AI HELPS</a:t>
            </a:r>
            <a:endParaRPr sz="1200" dirty="0"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tabLst/>
              <a:defRPr/>
            </a:pPr>
            <a:r>
              <a:rPr lang="en-GB" sz="675" b="0" i="0" u="none" dirty="0">
                <a:latin typeface="Figtree Light"/>
              </a:rPr>
              <a:t>AI automates retrieval of order, shipment, and service details and formulates standard status responses, while escalating ambiguous or sensitive cases for human handling.</a:t>
            </a:r>
            <a:endParaRPr sz="12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18610" y="3516574"/>
            <a:ext cx="356571" cy="13257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418610" y="2918256"/>
            <a:ext cx="246661" cy="379126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418610" y="4233468"/>
            <a:ext cx="403849" cy="129631"/>
          </a:xfrm>
          <a:prstGeom prst="rect">
            <a:avLst/>
          </a:prstGeom>
        </p:spPr>
      </p:pic>
      <p:pic>
        <p:nvPicPr>
          <p:cNvPr id="31" name="Picture 30" descr="Simple line icon of a customer asking a question in a chat bubble.">
            <a:extLst>
              <a:ext uri="{FF2B5EF4-FFF2-40B4-BE49-F238E27FC236}">
                <a16:creationId xmlns:a16="http://schemas.microsoft.com/office/drawing/2014/main" id="{DFB1AB5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81" t="6250" r="781" b="9375"/>
          <a:stretch>
            <a:fillRect/>
          </a:stretch>
        </p:blipFill>
        <p:spPr>
          <a:xfrm>
            <a:off x="2418611" y="1789313"/>
            <a:ext cx="342857" cy="192857"/>
          </a:xfrm>
          <a:prstGeom prst="rect">
            <a:avLst/>
          </a:prstGeom>
        </p:spPr>
      </p:pic>
      <p:pic>
        <p:nvPicPr>
          <p:cNvPr id="34" name="Picture 2" descr="Minimal icon of search and order lookup, representing retrieval of order information.">
            <a:extLst>
              <a:ext uri="{FF2B5EF4-FFF2-40B4-BE49-F238E27FC236}">
                <a16:creationId xmlns:a16="http://schemas.microsoft.com/office/drawing/2014/main" id="{3DBC51A3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125" t="3613" r="9375" b="195"/>
          <a:stretch>
            <a:fillRect/>
          </a:stretch>
        </p:blipFill>
        <p:spPr>
          <a:xfrm>
            <a:off x="2418611" y="2321713"/>
            <a:ext cx="192857" cy="214286"/>
          </a:xfrm>
          <a:prstGeom prst="rect">
            <a:avLst/>
          </a:prstGeom>
        </p:spPr>
      </p:pic>
      <p:pic>
        <p:nvPicPr>
          <p:cNvPr id="6" name="Picture 5" descr="Clean AI assistant or document-response icon indicating draft or delivered reply.">
            <a:extLst>
              <a:ext uri="{FF2B5EF4-FFF2-40B4-BE49-F238E27FC236}">
                <a16:creationId xmlns:a16="http://schemas.microsoft.com/office/drawing/2014/main" id="{2B02EEEF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464" r="1464" b="6250"/>
          <a:stretch>
            <a:fillRect/>
          </a:stretch>
        </p:blipFill>
        <p:spPr>
          <a:xfrm>
            <a:off x="5478723" y="1982170"/>
            <a:ext cx="279705" cy="27519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72F4581-D847-013B-60D3-4553823EF098}"/>
              </a:ext>
            </a:extLst>
          </p:cNvPr>
          <p:cNvGrpSpPr/>
          <p:nvPr userDrawn="1"/>
        </p:nvGrpSpPr>
        <p:grpSpPr>
          <a:xfrm>
            <a:off x="8351811" y="4135158"/>
            <a:ext cx="452131" cy="580863"/>
            <a:chOff x="11136922" y="5390425"/>
            <a:chExt cx="602841" cy="7744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0682D0A-3C0E-E632-4EDE-88509A815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rcRect r="75311"/>
            <a:stretch/>
          </p:blipFill>
          <p:spPr>
            <a:xfrm>
              <a:off x="11317698" y="5390425"/>
              <a:ext cx="241288" cy="3872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3319B3-19CB-A0D9-B7C7-BCC127404B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rcRect l="38317"/>
            <a:stretch/>
          </p:blipFill>
          <p:spPr>
            <a:xfrm>
              <a:off x="11136922" y="5777667"/>
              <a:ext cx="602841" cy="3872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Use case deep dive: Delivery exception triage assistant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sz="1400" b="1" i="0" u="none" noProof="0">
                <a:latin typeface="Figtree Medium"/>
              </a:rPr>
              <a:t>Exception detected</a:t>
            </a:r>
            <a:endParaRPr sz="1400">
              <a:latin typeface="Figtree Medium"/>
            </a:endParaRPr>
          </a:p>
          <a:p>
            <a:pPr lvl="0"/>
            <a:r>
              <a:rPr lang="en-GB" sz="1400" b="0" i="0" u="none" noProof="0">
                <a:latin typeface="Figtree Medium"/>
              </a:rPr>
              <a:t>→ AI classifies issue type and urgency</a:t>
            </a:r>
            <a:endParaRPr sz="1400">
              <a:latin typeface="Figtree Medium"/>
            </a:endParaRPr>
          </a:p>
          <a:p>
            <a:pPr lvl="0"/>
            <a:r>
              <a:rPr lang="en-GB" sz="1400" b="0" i="0" u="none" noProof="0">
                <a:latin typeface="Figtree Medium"/>
              </a:rPr>
              <a:t>→ AI recommends next action and owner</a:t>
            </a:r>
            <a:endParaRPr sz="1400">
              <a:latin typeface="Figtree Medium"/>
            </a:endParaRPr>
          </a:p>
          <a:p>
            <a:pPr lvl="0"/>
            <a:r>
              <a:rPr lang="en-GB" sz="1400" b="0" i="0" u="none" noProof="0">
                <a:latin typeface="Figtree Medium"/>
              </a:rPr>
              <a:t>→ Case routed for resolution</a:t>
            </a:r>
            <a:endParaRPr sz="1400">
              <a:latin typeface="Figtree Medium"/>
            </a:endParaRPr>
          </a:p>
          <a:p>
            <a:pPr lvl="0"/>
            <a:r>
              <a:rPr lang="en-GB" sz="1400" b="0" i="0" u="none" noProof="0">
                <a:latin typeface="Figtree Medium"/>
              </a:rPr>
              <a:t>→ Customer and internal teams updated</a:t>
            </a:r>
            <a:endParaRPr sz="1400">
              <a:latin typeface="Figtree Medium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46837" y="1422000"/>
            <a:ext cx="41400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sz="1400" b="1" i="0" u="none" noProof="0">
                <a:latin typeface="Figtree Light"/>
              </a:rPr>
              <a:t>Operational need:</a:t>
            </a:r>
            <a:r>
              <a:rPr lang="en-GB" sz="1400" b="0" i="0" u="none" noProof="0">
                <a:latin typeface="Figtree Light"/>
              </a:rPr>
              <a:t> Delivery exceptions require speed, coordination, and judgment, but manual triage slows response and creates inconsistent handling.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AI role:</a:t>
            </a:r>
            <a:r>
              <a:rPr lang="en-GB" sz="1400" b="0" i="0" u="none" noProof="0">
                <a:latin typeface="Figtree Light"/>
              </a:rPr>
              <a:t> AI organizes incoming signals, identifies likely issue categories, and supports standard response paths.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Value creation:</a:t>
            </a:r>
            <a:r>
              <a:rPr lang="en-GB" sz="1400" b="0" i="0" u="none" noProof="0">
                <a:latin typeface="Figtree Light"/>
              </a:rPr>
              <a:t> Faster triage reduces resolution delays, improves communication reliability, and highlights recurring disruption patterns.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Implementation considerations:</a:t>
            </a:r>
            <a:r>
              <a:rPr lang="en-GB" sz="1400" b="0" i="0" u="none" noProof="0">
                <a:latin typeface="Figtree Light"/>
              </a:rPr>
              <a:t> Success depends on clear escalation rules, trusted data feeds, and accountability for customer-facing decisions.</a:t>
            </a:r>
            <a:endParaRPr sz="1400">
              <a:latin typeface="Figtree Ligh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328E-3EF0-469A-8EB7-95D7470687AA}" type="datetime4">
              <a:rPr lang="en-GB" smtClean="0"/>
              <a:t>20 May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divi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14">
            <a:extLst>
              <a:ext uri="{FF2B5EF4-FFF2-40B4-BE49-F238E27FC236}">
                <a16:creationId xmlns:a16="http://schemas.microsoft.com/office/drawing/2014/main" id="{710DF4F7-09C3-712A-A98D-B557920B21F1}"/>
              </a:ext>
            </a:extLst>
          </p:cNvPr>
          <p:cNvSpPr/>
          <p:nvPr userDrawn="1"/>
        </p:nvSpPr>
        <p:spPr>
          <a:xfrm>
            <a:off x="255600" y="255600"/>
            <a:ext cx="3844869" cy="4248150"/>
          </a:xfrm>
          <a:custGeom>
            <a:avLst/>
            <a:gdLst>
              <a:gd name="connsiteX0" fmla="*/ 2756726 w 3844869"/>
              <a:gd name="connsiteY0" fmla="*/ 4248150 h 4248150"/>
              <a:gd name="connsiteX1" fmla="*/ 161925 w 3844869"/>
              <a:gd name="connsiteY1" fmla="*/ 4248150 h 4248150"/>
              <a:gd name="connsiteX2" fmla="*/ 0 w 3844869"/>
              <a:gd name="connsiteY2" fmla="*/ 4086225 h 4248150"/>
              <a:gd name="connsiteX3" fmla="*/ 0 w 3844869"/>
              <a:gd name="connsiteY3" fmla="*/ 0 h 4248150"/>
              <a:gd name="connsiteX4" fmla="*/ 3701891 w 3844869"/>
              <a:gd name="connsiteY4" fmla="*/ 0 h 4248150"/>
              <a:gd name="connsiteX5" fmla="*/ 3841147 w 3844869"/>
              <a:gd name="connsiteY5" fmla="*/ 174974 h 4248150"/>
              <a:gd name="connsiteX6" fmla="*/ 2933129 w 3844869"/>
              <a:gd name="connsiteY6" fmla="*/ 4107847 h 4248150"/>
              <a:gd name="connsiteX7" fmla="*/ 2756821 w 3844869"/>
              <a:gd name="connsiteY7" fmla="*/ 4248150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4869" h="4248150">
                <a:moveTo>
                  <a:pt x="2756726" y="4248150"/>
                </a:move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cubicBezTo>
                  <a:pt x="0" y="0"/>
                  <a:pt x="3701891" y="0"/>
                  <a:pt x="3701891" y="0"/>
                </a:cubicBezTo>
                <a:cubicBezTo>
                  <a:pt x="3793808" y="0"/>
                  <a:pt x="3861816" y="85439"/>
                  <a:pt x="3841147" y="174974"/>
                </a:cubicBezTo>
                <a:lnTo>
                  <a:pt x="2933129" y="4107847"/>
                </a:lnTo>
                <a:cubicBezTo>
                  <a:pt x="2914174" y="4189953"/>
                  <a:pt x="2841022" y="4248150"/>
                  <a:pt x="2756821" y="4248150"/>
                </a:cubicBez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01" y="590400"/>
            <a:ext cx="2925750" cy="828825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Forecasting</a:t>
            </a:r>
            <a:endParaRPr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0" y="1422000"/>
            <a:ext cx="4314837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sz="1400" b="1" i="0" u="none" noProof="0">
                <a:latin typeface="Figtree Light"/>
              </a:rPr>
              <a:t>Data foundation:</a:t>
            </a:r>
            <a:r>
              <a:rPr lang="en-GB" sz="1400" b="0" i="0" u="none" noProof="0">
                <a:latin typeface="Figtree Light"/>
              </a:rPr>
              <a:t> Consolidate demand history, seasonality signals, product context, and planning assumptions to create a reliable forecasting base.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Model-driven forecasting:</a:t>
            </a:r>
            <a:r>
              <a:rPr lang="en-GB" sz="1400" b="0" i="0" u="none" noProof="0">
                <a:latin typeface="Figtree Light"/>
              </a:rPr>
              <a:t> Use AI to detect patterns, refresh outlooks dynamically, and give planners stronger scenario support than static or manual approaches.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Business decision impact:</a:t>
            </a:r>
            <a:r>
              <a:rPr lang="en-GB" sz="1400" b="0" i="0" u="none" noProof="0">
                <a:latin typeface="Figtree Light"/>
              </a:rPr>
              <a:t> Improve planning confidence, enable better inventory and supply decisions, and strengthen responsiveness to changing demand conditions.</a:t>
            </a:r>
            <a:endParaRPr sz="1400">
              <a:latin typeface="Figtree Ligh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61B3-C68D-4827-AF52-0E16ED34BF52}" type="datetime4">
              <a:rPr lang="en-GB" smtClean="0"/>
              <a:t>20 May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Pladsholder til tekst 28">
            <a:extLst>
              <a:ext uri="{FF2B5EF4-FFF2-40B4-BE49-F238E27FC236}">
                <a16:creationId xmlns:a16="http://schemas.microsoft.com/office/drawing/2014/main" id="{30EB4093-A62E-9624-1C02-414218FF0F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0400" y="1422001"/>
            <a:ext cx="2590950" cy="27864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accent2"/>
                </a:solidFill>
                <a:latin typeface="+mj-lt"/>
              </a:defRPr>
            </a:lvl9pPr>
          </a:lstStyle>
          <a:p>
            <a:pPr marL="0" lvl="0" indent="0">
              <a:buNone/>
            </a:pPr>
            <a:r>
              <a:rPr lang="en-GB" sz="1400" b="1" i="0" u="none">
                <a:latin typeface="Figtree Medium"/>
              </a:rPr>
              <a:t>Why it matters</a:t>
            </a:r>
            <a:endParaRPr/>
          </a:p>
          <a:p>
            <a:pPr marL="0" lvl="0" indent="0">
              <a:buNone/>
            </a:pPr>
            <a:r>
              <a:rPr lang="en-GB" sz="1400" b="0" i="0" u="none">
                <a:latin typeface="Figtree Medium"/>
              </a:rPr>
              <a:t>Forecasting is strategically important because even modest accuracy gains can improve service levels, working capital efficiency, and cross-functional decision-making.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GB" sz="3700" b="0" i="0" u="none" noProof="0">
                <a:latin typeface="Figtree Medium"/>
              </a:rPr>
              <a:t>Value, risk, and governance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1" y="255600"/>
            <a:ext cx="4139999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Value, KPI, and operating impact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245996"/>
            <a:ext cx="8631236" cy="3252979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sz="1400" b="1" i="0" u="none" noProof="0">
                <a:latin typeface="Figtree Light"/>
              </a:rPr>
              <a:t>Customer service efficiency:</a:t>
            </a:r>
            <a:r>
              <a:rPr lang="en-GB" sz="1400" b="0" i="0" u="none" noProof="0">
                <a:latin typeface="Figtree Light"/>
              </a:rPr>
              <a:t> Average handling time for routine inquiries should decrease, freeing capacity for complex customer needs and lowering cost-to-serve.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Customer responsiveness:</a:t>
            </a:r>
            <a:r>
              <a:rPr lang="en-GB" sz="1400" b="0" i="0" u="none" noProof="0">
                <a:latin typeface="Figtree Light"/>
              </a:rPr>
              <a:t> Response time to order-status and delivery questions should decrease, improving customer experience and reinforcing reliability.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Exception management:</a:t>
            </a:r>
            <a:r>
              <a:rPr lang="en-GB" sz="1400" b="0" i="0" u="none" noProof="0">
                <a:latin typeface="Figtree Light"/>
              </a:rPr>
              <a:t> Time to classify and route delivery issues should decrease, speeding resolution and reducing operational disruption.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Forecast quality:</a:t>
            </a:r>
            <a:r>
              <a:rPr lang="en-GB" sz="1400" b="0" i="0" u="none" noProof="0">
                <a:latin typeface="Figtree Light"/>
              </a:rPr>
              <a:t> Forecast accuracy and forecast bias tracking should improve, supporting better inventory, replenishment, and planning decisions.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Workforce productivity:</a:t>
            </a:r>
            <a:r>
              <a:rPr lang="en-GB" sz="1400" b="0" i="0" u="none" noProof="0">
                <a:latin typeface="Figtree Light"/>
              </a:rPr>
              <a:t> Share of manual repetitive work in service and operations should decrease, allowing focus on judgment-intensive and customer-critical tasks.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Management visibility:</a:t>
            </a:r>
            <a:r>
              <a:rPr lang="en-GB" sz="1400" b="0" i="0" u="none" noProof="0">
                <a:latin typeface="Figtree Light"/>
              </a:rPr>
              <a:t> Timeliness and consistency of operational reporting should improve, enabling faster intervention and stronger board-level oversight.</a:t>
            </a:r>
            <a:endParaRPr sz="1400">
              <a:latin typeface="Figtree Light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980D4-A6FE-48C4-3FB4-A170F1DD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B565-3CD9-4C14-845D-FEECE7B334F2}" type="datetime4">
              <a:rPr lang="en-GB" smtClean="0"/>
              <a:t>20 May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9C598-2ADD-7AAD-BC20-214AE14F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DCD92-64F9-6FD5-F0BC-D1B2259B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B0BB53-852A-2C81-3DB3-7073537DCB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825" y="255588"/>
            <a:ext cx="4139999" cy="893762"/>
          </a:xfrm>
        </p:spPr>
        <p:txBody>
          <a:bodyPr/>
          <a:lstStyle>
            <a:lvl1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1pPr>
            <a:lvl2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2pPr>
            <a:lvl3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3pPr>
            <a:lvl4pPr marL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4pPr>
            <a:lvl5pPr marL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5pPr>
            <a:lvl6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6pPr>
            <a:lvl7pPr marL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7pPr>
            <a:lvl8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8pPr>
            <a:lvl9pPr marL="0" indent="0" algn="r">
              <a:spcAft>
                <a:spcPts val="0"/>
              </a:spcAft>
              <a:buFontTx/>
              <a:buNone/>
              <a:defRPr sz="1000" cap="none" baseline="0">
                <a:solidFill>
                  <a:schemeClr val="accent2"/>
                </a:solidFill>
                <a:latin typeface="+mj-lt"/>
              </a:defRPr>
            </a:lvl9pPr>
          </a:lstStyle>
          <a:p>
            <a:pPr marL="0" lvl="0" indent="0">
              <a:buNone/>
            </a:pPr>
            <a:r>
              <a:rPr lang="en-GB" sz="1000" b="0" i="0" u="none">
                <a:latin typeface="Figtree Medium"/>
              </a:rPr>
              <a:t>Illustrative KPI set showing where value should improve across service, operations, planning, productivity, and management visibility.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Risk, Governance, and Control Framework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600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Data</a:t>
            </a:r>
            <a:endParaRPr/>
          </a:p>
          <a:p>
            <a:pPr lvl="0"/>
            <a:r>
              <a:rPr lang="en-GB" sz="1400" b="0" i="0" u="none" noProof="0">
                <a:latin typeface="Figtree Light"/>
              </a:rPr>
              <a:t>AI outputs depend on reliable operational data; establish data quality, access management, and source traceability before scaling.</a:t>
            </a:r>
            <a:endParaRPr sz="1400">
              <a:latin typeface="Figtree Light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01479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Decisions</a:t>
            </a:r>
            <a:endParaRPr/>
          </a:p>
          <a:p>
            <a:pPr lvl="0"/>
            <a:r>
              <a:rPr lang="en-GB" sz="1400" b="0" i="0" u="none" noProof="0">
                <a:latin typeface="Figtree Light"/>
              </a:rPr>
              <a:t>For customer communication, routing, or planning, define where AI recommends and where humans approve, especially for exceptions and material judgments.</a:t>
            </a:r>
            <a:endParaRPr sz="1400">
              <a:latin typeface="Figtree Light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47358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Controls</a:t>
            </a:r>
            <a:endParaRPr/>
          </a:p>
          <a:p>
            <a:pPr lvl="0"/>
            <a:r>
              <a:rPr lang="en-GB" sz="1400" b="0" i="0" u="none" noProof="0">
                <a:latin typeface="Figtree Light"/>
              </a:rPr>
              <a:t>Logging, auditability, monitoring, and fallback procedures sustain trust, compliance, and service continuity when outputs are incomplete or incorrect.</a:t>
            </a:r>
            <a:endParaRPr sz="1400">
              <a:latin typeface="Figtree Light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E983074-D604-7B9A-67C0-E8DE88FC370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993237" y="1422000"/>
            <a:ext cx="1893600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Oversight</a:t>
            </a:r>
            <a:endParaRPr/>
          </a:p>
          <a:p>
            <a:pPr lvl="0"/>
            <a:r>
              <a:rPr lang="en-GB" sz="1400" b="0" i="0" u="none" noProof="0">
                <a:latin typeface="Figtree Light"/>
              </a:rPr>
              <a:t>Executive sponsors should review KPI performance, risk indicators, adoption progress, and policy compliance through a regular governance cadence.</a:t>
            </a:r>
            <a:endParaRPr sz="1400">
              <a:latin typeface="Figtree Ligh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CB88DF-91E3-495C-969A-88F07CCBE570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8">
            <a:extLst>
              <a:ext uri="{FF2B5EF4-FFF2-40B4-BE49-F238E27FC236}">
                <a16:creationId xmlns:a16="http://schemas.microsoft.com/office/drawing/2014/main" id="{D3684C27-ECCD-77C7-9D70-F3611FBF9CE3}"/>
              </a:ext>
            </a:extLst>
          </p:cNvPr>
          <p:cNvSpPr/>
          <p:nvPr/>
        </p:nvSpPr>
        <p:spPr>
          <a:xfrm>
            <a:off x="255600" y="255600"/>
            <a:ext cx="5488313" cy="4248150"/>
          </a:xfrm>
          <a:custGeom>
            <a:avLst/>
            <a:gdLst>
              <a:gd name="connsiteX0" fmla="*/ 5484590 w 5488313"/>
              <a:gd name="connsiteY0" fmla="*/ 174974 h 4248150"/>
              <a:gd name="connsiteX1" fmla="*/ 4576572 w 5488313"/>
              <a:gd name="connsiteY1" fmla="*/ 4107847 h 4248150"/>
              <a:gd name="connsiteX2" fmla="*/ 4400265 w 5488313"/>
              <a:gd name="connsiteY2" fmla="*/ 4248150 h 4248150"/>
              <a:gd name="connsiteX3" fmla="*/ 161925 w 5488313"/>
              <a:gd name="connsiteY3" fmla="*/ 4248150 h 4248150"/>
              <a:gd name="connsiteX4" fmla="*/ 0 w 5488313"/>
              <a:gd name="connsiteY4" fmla="*/ 4086225 h 4248150"/>
              <a:gd name="connsiteX5" fmla="*/ 0 w 5488313"/>
              <a:gd name="connsiteY5" fmla="*/ 0 h 4248150"/>
              <a:gd name="connsiteX6" fmla="*/ 5345335 w 5488313"/>
              <a:gd name="connsiteY6" fmla="*/ 0 h 4248150"/>
              <a:gd name="connsiteX7" fmla="*/ 5484590 w 5488313"/>
              <a:gd name="connsiteY7" fmla="*/ 174974 h 424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8313" h="4248150">
                <a:moveTo>
                  <a:pt x="5484590" y="174974"/>
                </a:moveTo>
                <a:lnTo>
                  <a:pt x="4576572" y="4107847"/>
                </a:lnTo>
                <a:cubicBezTo>
                  <a:pt x="4557617" y="4189953"/>
                  <a:pt x="4484465" y="4248150"/>
                  <a:pt x="4400265" y="4248150"/>
                </a:cubicBezTo>
                <a:lnTo>
                  <a:pt x="161925" y="4248150"/>
                </a:lnTo>
                <a:cubicBezTo>
                  <a:pt x="72485" y="4248150"/>
                  <a:pt x="0" y="4175665"/>
                  <a:pt x="0" y="4086225"/>
                </a:cubicBezTo>
                <a:lnTo>
                  <a:pt x="0" y="0"/>
                </a:lnTo>
                <a:lnTo>
                  <a:pt x="5345335" y="0"/>
                </a:lnTo>
                <a:cubicBezTo>
                  <a:pt x="5437252" y="0"/>
                  <a:pt x="5505260" y="85439"/>
                  <a:pt x="5484590" y="17497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90400" y="588963"/>
            <a:ext cx="4185995" cy="3614785"/>
          </a:xfrm>
        </p:spPr>
        <p:txBody>
          <a:bodyPr anchor="ctr" anchorCtr="0"/>
          <a:lstStyle>
            <a:lvl1pPr algn="l">
              <a:lnSpc>
                <a:spcPct val="91000"/>
              </a:lnSpc>
              <a:defRPr sz="37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GB" sz="3700" b="0" i="0" u="none" noProof="0">
                <a:latin typeface="Figtree Medium"/>
              </a:rPr>
              <a:t>Roadmap, decisions, and next steps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A313-AA12-2787-A308-6D0912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01B4-8A63-40E8-95DE-1C8E46779B07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9D3F-D355-CCA0-2256-16C62C5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C035-A6D0-B40A-AE77-9B3A7688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Phased Roadmap and Investment Themes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Phase 1: Prove value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Launch a focused pilot for one or two feasible use cases, establish baselines, and confirm workflow fit, adoption, and measurable operational benefit.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Investment theme:</a:t>
            </a:r>
            <a:r>
              <a:rPr lang="en-GB" sz="1400" b="0" i="0" u="none" noProof="0">
                <a:latin typeface="Figtree Light"/>
              </a:rPr>
              <a:t> Data readiness</a:t>
            </a:r>
            <a:endParaRPr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50136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Phase 2: Operationalize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Integrate successful use cases into frontline processes, strengthen governance, improve reporting, and formalize ownership across business and technology teams.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Investment theme:</a:t>
            </a:r>
            <a:r>
              <a:rPr lang="en-GB" sz="1400" b="0" i="0" u="none" noProof="0">
                <a:latin typeface="Figtree Light"/>
              </a:rPr>
              <a:t> Workflow integration</a:t>
            </a:r>
            <a:endParaRPr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44437" y="1423086"/>
            <a:ext cx="2642400" cy="3075889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Phase 3: Scale and extend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Expand to adjacent workflows, improve data foundations, and build AI as a repeatable capability rather than a set of isolated tools.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Light"/>
              </a:rPr>
              <a:t>Investment themes:</a:t>
            </a:r>
            <a:r>
              <a:rPr lang="en-GB" sz="1400" b="0" i="0" u="none" noProof="0">
                <a:latin typeface="Figtree Light"/>
              </a:rPr>
              <a:t> Change management; governance capability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2CEF-2F21-286F-98A9-58851EAF50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A035E9E-F7CA-4DC2-82A4-AB4970625B6B}" type="datetime4">
              <a:rPr lang="en-GB" smtClean="0"/>
              <a:t>20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A4AD-EF7C-E6BC-A6D9-2A2959EA36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564B-96D9-829D-6452-26141B924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divide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raphic 12">
            <a:extLst>
              <a:ext uri="{FF2B5EF4-FFF2-40B4-BE49-F238E27FC236}">
                <a16:creationId xmlns:a16="http://schemas.microsoft.com/office/drawing/2014/main" id="{3B78D89B-B4BC-D843-CAEE-08A717FB1127}"/>
              </a:ext>
            </a:extLst>
          </p:cNvPr>
          <p:cNvSpPr/>
          <p:nvPr/>
        </p:nvSpPr>
        <p:spPr>
          <a:xfrm>
            <a:off x="257175" y="1065600"/>
            <a:ext cx="2850968" cy="3434143"/>
          </a:xfrm>
          <a:custGeom>
            <a:avLst/>
            <a:gdLst>
              <a:gd name="connsiteX0" fmla="*/ 0 w 2850968"/>
              <a:gd name="connsiteY0" fmla="*/ 0 h 3434143"/>
              <a:gd name="connsiteX1" fmla="*/ 2708053 w 2850968"/>
              <a:gd name="connsiteY1" fmla="*/ 0 h 3434143"/>
              <a:gd name="connsiteX2" fmla="*/ 2849880 w 2850968"/>
              <a:gd name="connsiteY2" fmla="*/ 160306 h 3434143"/>
              <a:gd name="connsiteX3" fmla="*/ 2467451 w 2850968"/>
              <a:gd name="connsiteY3" fmla="*/ 3275266 h 3434143"/>
              <a:gd name="connsiteX4" fmla="*/ 2287810 w 2850968"/>
              <a:gd name="connsiteY4" fmla="*/ 3434144 h 3434143"/>
              <a:gd name="connsiteX5" fmla="*/ 161925 w 2850968"/>
              <a:gd name="connsiteY5" fmla="*/ 3434144 h 3434143"/>
              <a:gd name="connsiteX6" fmla="*/ 0 w 2850968"/>
              <a:gd name="connsiteY6" fmla="*/ 3272219 h 3434143"/>
              <a:gd name="connsiteX7" fmla="*/ 0 w 2850968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0968" h="3434143">
                <a:moveTo>
                  <a:pt x="0" y="0"/>
                </a:moveTo>
                <a:lnTo>
                  <a:pt x="2708053" y="0"/>
                </a:lnTo>
                <a:cubicBezTo>
                  <a:pt x="2793873" y="0"/>
                  <a:pt x="2860358" y="75152"/>
                  <a:pt x="2849880" y="160306"/>
                </a:cubicBezTo>
                <a:lnTo>
                  <a:pt x="2467451" y="3275266"/>
                </a:lnTo>
                <a:cubicBezTo>
                  <a:pt x="2456307" y="3366040"/>
                  <a:pt x="2379250" y="3434144"/>
                  <a:pt x="2287810" y="3434144"/>
                </a:cubicBezTo>
                <a:lnTo>
                  <a:pt x="161925" y="3434144"/>
                </a:lnTo>
                <a:cubicBezTo>
                  <a:pt x="72485" y="3434144"/>
                  <a:pt x="0" y="3361658"/>
                  <a:pt x="0" y="3272219"/>
                </a:cubicBezTo>
                <a:lnTo>
                  <a:pt x="0" y="0"/>
                </a:lnTo>
                <a:close/>
              </a:path>
            </a:pathLst>
          </a:custGeom>
          <a:solidFill>
            <a:srgbClr val="F2B1D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FE808FF6-6D0E-12DE-E59E-B9ECCCDB18C3}"/>
              </a:ext>
            </a:extLst>
          </p:cNvPr>
          <p:cNvSpPr/>
          <p:nvPr/>
        </p:nvSpPr>
        <p:spPr>
          <a:xfrm>
            <a:off x="2980903" y="1065600"/>
            <a:ext cx="3181868" cy="3434143"/>
          </a:xfrm>
          <a:custGeom>
            <a:avLst/>
            <a:gdLst>
              <a:gd name="connsiteX0" fmla="*/ 563159 w 3181868"/>
              <a:gd name="connsiteY0" fmla="*/ 0 h 3434143"/>
              <a:gd name="connsiteX1" fmla="*/ 3038992 w 3181868"/>
              <a:gd name="connsiteY1" fmla="*/ 0 h 3434143"/>
              <a:gd name="connsiteX2" fmla="*/ 3180724 w 3181868"/>
              <a:gd name="connsiteY2" fmla="*/ 160592 h 3434143"/>
              <a:gd name="connsiteX3" fmla="*/ 2771149 w 3181868"/>
              <a:gd name="connsiteY3" fmla="*/ 3434144 h 3434143"/>
              <a:gd name="connsiteX4" fmla="*/ 142916 w 3181868"/>
              <a:gd name="connsiteY4" fmla="*/ 3434144 h 3434143"/>
              <a:gd name="connsiteX5" fmla="*/ 1089 w 3181868"/>
              <a:gd name="connsiteY5" fmla="*/ 3273838 h 3434143"/>
              <a:gd name="connsiteX6" fmla="*/ 383517 w 3181868"/>
              <a:gd name="connsiteY6" fmla="*/ 158877 h 3434143"/>
              <a:gd name="connsiteX7" fmla="*/ 563159 w 3181868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81868" h="3434143">
                <a:moveTo>
                  <a:pt x="563159" y="0"/>
                </a:moveTo>
                <a:lnTo>
                  <a:pt x="3038992" y="0"/>
                </a:lnTo>
                <a:cubicBezTo>
                  <a:pt x="3124908" y="0"/>
                  <a:pt x="3191488" y="75343"/>
                  <a:pt x="3180724" y="160592"/>
                </a:cubicBezTo>
                <a:lnTo>
                  <a:pt x="2771149" y="3434144"/>
                </a:lnTo>
                <a:lnTo>
                  <a:pt x="142916" y="3434144"/>
                </a:lnTo>
                <a:cubicBezTo>
                  <a:pt x="57096" y="3434144"/>
                  <a:pt x="-9389" y="3358991"/>
                  <a:pt x="1089" y="3273838"/>
                </a:cubicBezTo>
                <a:lnTo>
                  <a:pt x="383517" y="158877"/>
                </a:lnTo>
                <a:cubicBezTo>
                  <a:pt x="394662" y="68104"/>
                  <a:pt x="471719" y="0"/>
                  <a:pt x="563159" y="0"/>
                </a:cubicBezTo>
              </a:path>
            </a:pathLst>
          </a:custGeom>
          <a:solidFill>
            <a:srgbClr val="0047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Graphic 18">
            <a:extLst>
              <a:ext uri="{FF2B5EF4-FFF2-40B4-BE49-F238E27FC236}">
                <a16:creationId xmlns:a16="http://schemas.microsoft.com/office/drawing/2014/main" id="{D015CB3E-4EF3-E8FF-A925-0FF0A3C4B8B8}"/>
              </a:ext>
            </a:extLst>
          </p:cNvPr>
          <p:cNvSpPr/>
          <p:nvPr/>
        </p:nvSpPr>
        <p:spPr>
          <a:xfrm>
            <a:off x="6028903" y="1065600"/>
            <a:ext cx="2857921" cy="3434143"/>
          </a:xfrm>
          <a:custGeom>
            <a:avLst/>
            <a:gdLst>
              <a:gd name="connsiteX0" fmla="*/ 563159 w 2857921"/>
              <a:gd name="connsiteY0" fmla="*/ 0 h 3434143"/>
              <a:gd name="connsiteX1" fmla="*/ 2695997 w 2857921"/>
              <a:gd name="connsiteY1" fmla="*/ 0 h 3434143"/>
              <a:gd name="connsiteX2" fmla="*/ 2857922 w 2857921"/>
              <a:gd name="connsiteY2" fmla="*/ 161925 h 3434143"/>
              <a:gd name="connsiteX3" fmla="*/ 2857922 w 2857921"/>
              <a:gd name="connsiteY3" fmla="*/ 3434144 h 3434143"/>
              <a:gd name="connsiteX4" fmla="*/ 142916 w 2857921"/>
              <a:gd name="connsiteY4" fmla="*/ 3434144 h 3434143"/>
              <a:gd name="connsiteX5" fmla="*/ 1089 w 2857921"/>
              <a:gd name="connsiteY5" fmla="*/ 3273838 h 3434143"/>
              <a:gd name="connsiteX6" fmla="*/ 383517 w 2857921"/>
              <a:gd name="connsiteY6" fmla="*/ 158877 h 3434143"/>
              <a:gd name="connsiteX7" fmla="*/ 563159 w 2857921"/>
              <a:gd name="connsiteY7" fmla="*/ 0 h 34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921" h="3434143">
                <a:moveTo>
                  <a:pt x="563159" y="0"/>
                </a:moveTo>
                <a:lnTo>
                  <a:pt x="2695997" y="0"/>
                </a:lnTo>
                <a:cubicBezTo>
                  <a:pt x="2785437" y="0"/>
                  <a:pt x="2857922" y="72485"/>
                  <a:pt x="2857922" y="161925"/>
                </a:cubicBezTo>
                <a:lnTo>
                  <a:pt x="2857922" y="3434144"/>
                </a:lnTo>
                <a:lnTo>
                  <a:pt x="142916" y="3434144"/>
                </a:lnTo>
                <a:cubicBezTo>
                  <a:pt x="57096" y="3434144"/>
                  <a:pt x="-9389" y="3358991"/>
                  <a:pt x="1089" y="3273838"/>
                </a:cubicBezTo>
                <a:lnTo>
                  <a:pt x="383517" y="158877"/>
                </a:lnTo>
                <a:cubicBezTo>
                  <a:pt x="394662" y="68104"/>
                  <a:pt x="471719" y="0"/>
                  <a:pt x="563159" y="0"/>
                </a:cubicBezTo>
              </a:path>
            </a:pathLst>
          </a:custGeom>
          <a:solidFill>
            <a:srgbClr val="41F0A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15C9-0DDE-41B0-A3BE-F9872730DCDC}" type="datetime4">
              <a:rPr lang="en-GB" smtClean="0"/>
              <a:t>20 May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10CC8ED-2C61-7B88-9DB0-3B1F8345E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792000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Ownership, Dependencies, and Delivery Readiness</a:t>
            </a:r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41E1F84-097B-B9FA-85D1-5FF95412AC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0400" y="1310399"/>
            <a:ext cx="1772309" cy="2965967"/>
          </a:xfrm>
        </p:spPr>
        <p:txBody>
          <a:bodyPr/>
          <a:lstStyle>
            <a:lvl1pPr>
              <a:defRPr/>
            </a:lvl1pPr>
          </a:lstStyle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Ownership</a:t>
            </a:r>
            <a:endParaRPr/>
          </a:p>
          <a:p>
            <a:pPr marL="0" lvl="0" indent="0">
              <a:buNone/>
            </a:pPr>
            <a:r>
              <a:rPr lang="en-GB" sz="1400" b="0" i="0" u="none" noProof="0">
                <a:latin typeface="Figtree Light"/>
              </a:rPr>
              <a:t>Each use case needs a business owner, tech lead, and accountability for adoption and KPIs.</a:t>
            </a:r>
            <a:endParaRPr/>
          </a:p>
          <a:p>
            <a:pPr marL="0" lvl="0" indent="0">
              <a:buNone/>
            </a:pPr>
            <a:r>
              <a:rPr lang="en-GB" sz="1400" b="1" i="0" u="none" noProof="0">
                <a:latin typeface="Figtree Medium"/>
              </a:rPr>
              <a:t>AI programs fail from unclear ownership and weak operational follow-through.</a:t>
            </a:r>
            <a:endParaRPr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110CC7A-2AAF-C8DB-A705-1383FFC6ABC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1640" y="1310399"/>
            <a:ext cx="1772309" cy="29659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8pPr>
          </a:lstStyle>
          <a:p>
            <a:pPr marL="0" lvl="0" indent="0">
              <a:buNone/>
            </a:pPr>
            <a:r>
              <a:rPr lang="en-GB" sz="1400" b="1" i="0" u="none">
                <a:latin typeface="Figtree Medium"/>
              </a:rPr>
              <a:t>Dependencies</a:t>
            </a:r>
            <a:endParaRPr/>
          </a:p>
          <a:p>
            <a:pPr marL="0" lvl="0" indent="0">
              <a:buNone/>
            </a:pPr>
            <a:r>
              <a:rPr lang="en-GB" sz="1400" b="0" i="0" u="none">
                <a:latin typeface="Figtree Light"/>
              </a:rPr>
              <a:t>Execution depends on trusted process data, system and workflow integration, and clear policies for human review and exception handling.</a:t>
            </a:r>
            <a:endParaRPr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C3063DC-C386-4FBF-2BD1-EE5225E043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16268" y="1310399"/>
            <a:ext cx="1809118" cy="2965967"/>
          </a:xfrm>
        </p:spPr>
        <p:txBody>
          <a:bodyPr/>
          <a:lstStyle>
            <a:lvl1pPr>
              <a:defRPr/>
            </a:lvl1pPr>
          </a:lstStyle>
          <a:p>
            <a:pPr marL="0" lvl="0" indent="0">
              <a:buNone/>
            </a:pPr>
            <a:r>
              <a:rPr lang="en-GB" sz="1400" b="1" i="0" u="none">
                <a:latin typeface="Figtree Medium"/>
              </a:rPr>
              <a:t>Delivery readiness</a:t>
            </a:r>
            <a:endParaRPr/>
          </a:p>
          <a:p>
            <a:pPr marL="0" lvl="0" indent="0">
              <a:buNone/>
            </a:pPr>
            <a:r>
              <a:rPr lang="en-GB" sz="1400" b="0" i="0" u="none">
                <a:latin typeface="Figtree Light"/>
              </a:rPr>
              <a:t>Assess readiness across process clarity, data availability, stakeholder alignment, and change capacity to avoid pilots that stall before scaled deployment.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/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Board Decisions and Next Steps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5836" y="1422000"/>
            <a:ext cx="8631237" cy="3076975"/>
          </a:xfrm>
        </p:spPr>
        <p:txBody>
          <a:bodyPr/>
          <a:lstStyle>
            <a:lvl1pPr>
              <a:defRPr/>
            </a:lvl1pPr>
            <a:lvl5pPr>
              <a:defRPr/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sz="1400" b="1" i="0" u="none" noProof="0">
                <a:latin typeface="Figtree Light"/>
              </a:rPr>
              <a:t>Confirm strategic intent</a:t>
            </a:r>
            <a:r>
              <a:rPr lang="en-GB" sz="1400" b="0" i="0" u="none" noProof="0">
                <a:latin typeface="Figtree Light"/>
              </a:rPr>
              <a:t> — Endorse AI as a value-realization program focused on operational improvement, customer service quality, and better planning rather than a standalone innovation exercise.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Approve first-wave priorities</a:t>
            </a:r>
            <a:r>
              <a:rPr lang="en-GB" sz="1400" b="0" i="0" u="none" noProof="0">
                <a:latin typeface="Figtree Light"/>
              </a:rPr>
              <a:t> — Authorize the company to move forward on the order-status assistant and delivery exception triage assistant as lead pilots, while shaping the demand forecasting agenda in parallel.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Require KPI-based governance</a:t>
            </a:r>
            <a:r>
              <a:rPr lang="en-GB" sz="1400" b="0" i="0" u="none" noProof="0">
                <a:latin typeface="Figtree Light"/>
              </a:rPr>
              <a:t> — Request baseline metrics, target outcomes, stage gates, and regular reporting so investment decisions remain tied to measurable value.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Establish accountability</a:t>
            </a:r>
            <a:r>
              <a:rPr lang="en-GB" sz="1400" b="0" i="0" u="none" noProof="0">
                <a:latin typeface="Figtree Light"/>
              </a:rPr>
              <a:t> — Assign executive ownership across business, technology, and operations, with clear responsibility for risk management, adoption, and benefit capture.</a:t>
            </a:r>
            <a:endParaRPr sz="1400">
              <a:latin typeface="Figtree Light"/>
            </a:endParaRPr>
          </a:p>
          <a:p>
            <a:pPr lvl="0"/>
            <a:r>
              <a:rPr lang="en-GB" sz="1400" b="1" i="0" u="none" noProof="0">
                <a:latin typeface="Figtree Light"/>
              </a:rPr>
              <a:t>Prepare for scale</a:t>
            </a:r>
            <a:r>
              <a:rPr lang="en-GB" sz="1400" b="0" i="0" u="none" noProof="0">
                <a:latin typeface="Figtree Light"/>
              </a:rPr>
              <a:t> — Support foundational investments in data, integration, and change management so successful pilots can transition into durable operating capabilities.</a:t>
            </a:r>
            <a:endParaRPr sz="1400">
              <a:latin typeface="Figtree Ligh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328E-3EF0-469A-8EB7-95D7470687AA}" type="datetime4">
              <a:rPr lang="en-GB" smtClean="0"/>
              <a:t>20 May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and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DC421783-9310-2CE1-B2B0-42A18E69DAAA}"/>
              </a:ext>
            </a:extLst>
          </p:cNvPr>
          <p:cNvSpPr/>
          <p:nvPr userDrawn="1"/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27000" rIns="54000" bIns="27000" rtlCol="0" anchor="ctr"/>
          <a:lstStyle/>
          <a:p>
            <a:pPr algn="ctr"/>
            <a:endParaRPr lang="en-GB" sz="1500" noProof="0" err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3BB9F40-7A98-AB78-B6F5-202FE2C3B9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601" y="4773600"/>
            <a:ext cx="513796" cy="1293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255600"/>
            <a:ext cx="8631237" cy="8937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GB" sz="2700" b="0" i="0" u="none">
                <a:latin typeface="Figtree Medium"/>
              </a:rPr>
              <a:t>Conclusion</a:t>
            </a: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966F6A4-1513-76DD-1118-A30BB860608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5599" y="664463"/>
            <a:ext cx="8631237" cy="484887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accent3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GB" sz="1400" b="0" i="0" u="none" noProof="0">
                <a:latin typeface="Figtree Medium"/>
              </a:rPr>
              <a:t>Start with practical use cases, govern rigorously, and scale what proves value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85C04B-E135-414C-B4E9-AC19B952D26E}" type="datetime4">
              <a:rPr lang="en-GB" smtClean="0"/>
              <a:pPr/>
              <a:t>20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846F6B5-0E30-9664-D642-42FC6FDA0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Undertitel 5">
            <a:extLst>
              <a:ext uri="{FF2B5EF4-FFF2-40B4-BE49-F238E27FC236}">
                <a16:creationId xmlns:a16="http://schemas.microsoft.com/office/drawing/2014/main" id="{D6E42FDB-3CDF-D2CC-8A82-5440C833C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E94CDFF8-0E51-6DC2-2E7A-75F3BCA49C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680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E265-C2DF-56E5-3B94-DCA1862D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C7F83-D14D-2EBE-136C-D9DC9350D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61F51-A2BA-92C2-646E-A77120A9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89558-CBA0-D3F2-040B-9F7FBFB2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2A8227-C954-A892-24DA-5244006B0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LV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124199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C1D3-E4E8-CB96-1118-0D2832BA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2D2B-AE6E-AD95-0C64-4AEB488B0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1F1B1-69DC-7E14-E157-AD9AE151A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01A69-BC9C-C1C2-DC05-049E4195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you!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62A85B-39A8-78CC-3694-3379873E6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18.11.2025</a:t>
            </a:r>
          </a:p>
        </p:txBody>
      </p:sp>
      <p:pic>
        <p:nvPicPr>
          <p:cNvPr id="8" name="Picture Placeholder 7" descr="A close-up of a black and white background&#10;&#10;AI-generated content may be incorrect.">
            <a:extLst>
              <a:ext uri="{FF2B5EF4-FFF2-40B4-BE49-F238E27FC236}">
                <a16:creationId xmlns:a16="http://schemas.microsoft.com/office/drawing/2014/main" id="{486793FD-051D-E1C2-2BB5-D0C01CCBA937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r="2841"/>
          <a:stretch>
            <a:fillRect/>
          </a:stretch>
        </p:blipFill>
        <p:spPr/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662652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BB3F1-2740-94B7-B6E8-80279CFD6C3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7FCC3-82EA-75D8-8715-FC730F2683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26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32297658"/>
      </p:ext>
    </p:extLst>
  </p:cSld>
  <p:clrMapOvr>
    <a:masterClrMapping/>
  </p:clrMapOvr>
</p:sld>
</file>

<file path=ppt/theme/theme1.xml><?xml version="1.0" encoding="utf-8"?>
<a:theme xmlns:a="http://schemas.openxmlformats.org/drawingml/2006/main" name="Vivicta">
  <a:themeElements>
    <a:clrScheme name="Vivicta">
      <a:dk1>
        <a:sysClr val="windowText" lastClr="000000"/>
      </a:dk1>
      <a:lt1>
        <a:sysClr val="window" lastClr="FFFFFF"/>
      </a:lt1>
      <a:dk2>
        <a:srgbClr val="6FB5F7"/>
      </a:dk2>
      <a:lt2>
        <a:srgbClr val="F2B1DF"/>
      </a:lt2>
      <a:accent1>
        <a:srgbClr val="00472E"/>
      </a:accent1>
      <a:accent2>
        <a:srgbClr val="008751"/>
      </a:accent2>
      <a:accent3>
        <a:srgbClr val="41F0AA"/>
      </a:accent3>
      <a:accent4>
        <a:srgbClr val="B3F9DD"/>
      </a:accent4>
      <a:accent5>
        <a:srgbClr val="FAE0F2"/>
      </a:accent5>
      <a:accent6>
        <a:srgbClr val="C5E1FC"/>
      </a:accent6>
      <a:hlink>
        <a:srgbClr val="000000"/>
      </a:hlink>
      <a:folHlink>
        <a:srgbClr val="000000"/>
      </a:folHlink>
    </a:clrScheme>
    <a:fontScheme name="Vivicta PowerPoint">
      <a:majorFont>
        <a:latin typeface="Figtree Medium"/>
        <a:ea typeface=""/>
        <a:cs typeface=""/>
      </a:majorFont>
      <a:minorFont>
        <a:latin typeface="Figtre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000" tIns="27000" rIns="54000" bIns="27000" rtlCol="0" anchor="ctr"/>
      <a:lstStyle>
        <a:defPPr algn="ctr">
          <a:defRPr sz="14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VivictaTemplate embedded" id="{7E25DFBB-F0EB-4D59-9BA1-07E8FD0AFAA1}" vid="{62649B96-C790-4459-96A2-688F6A9A9A23}"/>
    </a:ext>
  </a:extLst>
</a:theme>
</file>

<file path=ppt/theme/theme2.xml><?xml version="1.0" encoding="utf-8"?>
<a:theme xmlns:a="http://schemas.openxmlformats.org/drawingml/2006/main" name="Office-tema">
  <a:themeElements>
    <a:clrScheme name="Vivicta">
      <a:dk1>
        <a:sysClr val="windowText" lastClr="000000"/>
      </a:dk1>
      <a:lt1>
        <a:sysClr val="window" lastClr="FFFFFF"/>
      </a:lt1>
      <a:dk2>
        <a:srgbClr val="6FB5F7"/>
      </a:dk2>
      <a:lt2>
        <a:srgbClr val="F2B1DF"/>
      </a:lt2>
      <a:accent1>
        <a:srgbClr val="00472E"/>
      </a:accent1>
      <a:accent2>
        <a:srgbClr val="008751"/>
      </a:accent2>
      <a:accent3>
        <a:srgbClr val="41F0AA"/>
      </a:accent3>
      <a:accent4>
        <a:srgbClr val="B3F9DD"/>
      </a:accent4>
      <a:accent5>
        <a:srgbClr val="FAE0F2"/>
      </a:accent5>
      <a:accent6>
        <a:srgbClr val="C5E1FC"/>
      </a:accent6>
      <a:hlink>
        <a:srgbClr val="000000"/>
      </a:hlink>
      <a:folHlink>
        <a:srgbClr val="000000"/>
      </a:folHlink>
    </a:clrScheme>
    <a:fontScheme name="Vivicta PowerPoint">
      <a:majorFont>
        <a:latin typeface="Figtree Medium"/>
        <a:ea typeface=""/>
        <a:cs typeface=""/>
      </a:majorFont>
      <a:minorFont>
        <a:latin typeface="Figtree Light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Vivicta">
      <a:dk1>
        <a:sysClr val="windowText" lastClr="000000"/>
      </a:dk1>
      <a:lt1>
        <a:sysClr val="window" lastClr="FFFFFF"/>
      </a:lt1>
      <a:dk2>
        <a:srgbClr val="6FB5F7"/>
      </a:dk2>
      <a:lt2>
        <a:srgbClr val="F2B1DF"/>
      </a:lt2>
      <a:accent1>
        <a:srgbClr val="00472E"/>
      </a:accent1>
      <a:accent2>
        <a:srgbClr val="008751"/>
      </a:accent2>
      <a:accent3>
        <a:srgbClr val="41F0AA"/>
      </a:accent3>
      <a:accent4>
        <a:srgbClr val="B3F9DD"/>
      </a:accent4>
      <a:accent5>
        <a:srgbClr val="FAE0F2"/>
      </a:accent5>
      <a:accent6>
        <a:srgbClr val="C5E1FC"/>
      </a:accent6>
      <a:hlink>
        <a:srgbClr val="000000"/>
      </a:hlink>
      <a:folHlink>
        <a:srgbClr val="000000"/>
      </a:folHlink>
    </a:clrScheme>
    <a:fontScheme name="Vivita PowerPoint">
      <a:majorFont>
        <a:latin typeface="Figtree Medium"/>
        <a:ea typeface=""/>
        <a:cs typeface=""/>
      </a:majorFont>
      <a:minorFont>
        <a:latin typeface="Figtre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TemplafySlideTemplateConfiguration><![CDATA[{"slideVersion":1,"isValidatorEnabled":false,"isLocked":false,"elementsMetadata":[],"slideId":"1324292856685264897","enableDocumentContentUpdater":fals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FormConfiguration><![CDATA[{"formFields":[],"formDataEntries":[]}]]></TemplafyFormConfiguration>
</file>

<file path=customXml/item4.xml><?xml version="1.0" encoding="utf-8"?>
<TemplafyTemplateConfiguration><![CDATA[{"elementsMetadata":[],"transformationConfigurations":[],"templateName":"Vivicta template - Short version 20.11.2025","templateDescription":"A shorter version of the Vivicta template","enableDocumentContentUpdater":false,"version":"2.0"}]]></Templafy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1324292856685264898","enableDocumentContentUpdater":false,"version":"2.0"}]]></TemplafySlideTemplateConfiguration>
</file>

<file path=customXml/item8.xml><?xml version="1.0" encoding="utf-8"?>
<TemplafySlideTemplateConfiguration><![CDATA[{"slideVersion":1,"isValidatorEnabled":false,"isLocked":false,"elementsMetadata":[],"slideId":"1324292856685264896","enableDocumentContentUpdater":false,"version":"2.0"}]]></TemplafySlideTemplateConfiguration>
</file>

<file path=customXml/item9.xml><?xml version="1.0" encoding="utf-8"?>
<TemplafySlideTemplateConfiguration><![CDATA[{"slideVersion":1,"isValidatorEnabled":false,"isLocked":false,"elementsMetadata":[],"slideId":"1324292856685264899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A843D94D-35B1-4C3C-81CC-5B67303A1237}">
  <ds:schemaRefs/>
</ds:datastoreItem>
</file>

<file path=customXml/itemProps2.xml><?xml version="1.0" encoding="utf-8"?>
<ds:datastoreItem xmlns:ds="http://schemas.openxmlformats.org/officeDocument/2006/customXml" ds:itemID="{4F668A7C-D7BD-4687-98AE-0B1562FC869C}">
  <ds:schemaRefs/>
</ds:datastoreItem>
</file>

<file path=customXml/itemProps3.xml><?xml version="1.0" encoding="utf-8"?>
<ds:datastoreItem xmlns:ds="http://schemas.openxmlformats.org/officeDocument/2006/customXml" ds:itemID="{605D5D27-D60A-4F1C-A221-F75D2F4DDCD2}">
  <ds:schemaRefs/>
</ds:datastoreItem>
</file>

<file path=customXml/itemProps4.xml><?xml version="1.0" encoding="utf-8"?>
<ds:datastoreItem xmlns:ds="http://schemas.openxmlformats.org/officeDocument/2006/customXml" ds:itemID="{BF50269D-1588-4964-9330-BBDD3345C7EE}">
  <ds:schemaRefs/>
</ds:datastoreItem>
</file>

<file path=customXml/itemProps5.xml><?xml version="1.0" encoding="utf-8"?>
<ds:datastoreItem xmlns:ds="http://schemas.openxmlformats.org/officeDocument/2006/customXml" ds:itemID="{C40B99D7-A1C6-4CD9-BBB4-6B8D3E5F683A}">
  <ds:schemaRefs/>
</ds:datastoreItem>
</file>

<file path=customXml/itemProps6.xml><?xml version="1.0" encoding="utf-8"?>
<ds:datastoreItem xmlns:ds="http://schemas.openxmlformats.org/officeDocument/2006/customXml" ds:itemID="{492D7467-A745-4CE1-B12F-4060D6C71477}">
  <ds:schemaRefs/>
</ds:datastoreItem>
</file>

<file path=customXml/itemProps7.xml><?xml version="1.0" encoding="utf-8"?>
<ds:datastoreItem xmlns:ds="http://schemas.openxmlformats.org/officeDocument/2006/customXml" ds:itemID="{B0B07504-211D-4D3A-A04D-64623F9A2B42}">
  <ds:schemaRefs/>
</ds:datastoreItem>
</file>

<file path=customXml/itemProps8.xml><?xml version="1.0" encoding="utf-8"?>
<ds:datastoreItem xmlns:ds="http://schemas.openxmlformats.org/officeDocument/2006/customXml" ds:itemID="{6C488A2A-DF12-40CF-9EB4-18BA05654BDA}">
  <ds:schemaRefs/>
</ds:datastoreItem>
</file>

<file path=customXml/itemProps9.xml><?xml version="1.0" encoding="utf-8"?>
<ds:datastoreItem xmlns:ds="http://schemas.openxmlformats.org/officeDocument/2006/customXml" ds:itemID="{4C36BC37-2D32-4FE3-90E0-DD92E43455DE}">
  <ds:schemaRefs/>
</ds:datastoreItem>
</file>

<file path=customXml/itemProps10.xml><?xml version="1.0" encoding="utf-8"?>
<ds:datastoreItem xmlns:ds="http://schemas.openxmlformats.org/officeDocument/2006/customXml" ds:itemID="{E3E4E368-61CE-407A-B515-4EFACAED732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Vivicta</Template>
  <TotalTime>62</TotalTime>
  <Words>1679</Words>
  <Application>Microsoft Macintosh PowerPoint</Application>
  <PresentationFormat>On-screen Show (16:9)</PresentationFormat>
  <Paragraphs>206</Paragraphs>
  <Slides>26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Figtree Light</vt:lpstr>
      <vt:lpstr>Figtree Medium</vt:lpstr>
      <vt:lpstr>Arial</vt:lpstr>
      <vt:lpstr>Vivicta</vt:lpstr>
      <vt:lpstr>AI Value at Nordic Supply Direct</vt:lpstr>
      <vt:lpstr>Agenda</vt:lpstr>
      <vt:lpstr>Executive Summary</vt:lpstr>
      <vt:lpstr>Executive Summary</vt:lpstr>
      <vt:lpstr>Strategic context and operating frictions</vt:lpstr>
      <vt:lpstr>Why this matters now</vt:lpstr>
      <vt:lpstr>Current operating frictions and strategic context</vt:lpstr>
      <vt:lpstr>Priority AI opportunities and prioritization</vt:lpstr>
      <vt:lpstr>Priority AI opportunities identified</vt:lpstr>
      <vt:lpstr>Board-ready prioritization of use cases</vt:lpstr>
      <vt:lpstr>Use case deep dives</vt:lpstr>
      <vt:lpstr>PowerPoint Presentation</vt:lpstr>
      <vt:lpstr>Use case deep dive: Delivery exception triage assistant</vt:lpstr>
      <vt:lpstr>Forecasting</vt:lpstr>
      <vt:lpstr>Value, risk, and governance</vt:lpstr>
      <vt:lpstr>Value, KPI, and operating impact</vt:lpstr>
      <vt:lpstr>Risk, Governance, and Control Framework</vt:lpstr>
      <vt:lpstr>Roadmap, decisions, and next steps</vt:lpstr>
      <vt:lpstr>Phased Roadmap and Investment Themes</vt:lpstr>
      <vt:lpstr>Ownership, Dependencies, and Delivery Readiness</vt:lpstr>
      <vt:lpstr>Board Decisions and Next Steps</vt:lpstr>
      <vt:lpstr>Conclusion</vt:lpstr>
      <vt:lpstr>PowerPoint Presentation</vt:lpstr>
      <vt:lpstr>PowerPoint Presentation</vt:lpstr>
      <vt:lpstr>Thank you!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Einar Rasmussen</cp:lastModifiedBy>
  <cp:revision>5</cp:revision>
  <dcterms:created xsi:type="dcterms:W3CDTF">2026-05-20T09:48:05Z</dcterms:created>
  <dcterms:modified xsi:type="dcterms:W3CDTF">2026-05-20T10:08:36Z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omnidocs.com</vt:lpwstr>
  </property>
  <property fmtid="{D5CDD505-2E9C-101B-9397-08002B2CF9AE}" pid="3" name="TemplafyTimeStamp">
    <vt:lpwstr>2025-11-20T08:26:19</vt:lpwstr>
  </property>
  <property fmtid="{D5CDD505-2E9C-101B-9397-08002B2CF9AE}" pid="4" name="TemplafyTenantId">
    <vt:lpwstr>tietoevry</vt:lpwstr>
  </property>
  <property fmtid="{D5CDD505-2E9C-101B-9397-08002B2CF9AE}" pid="5" name="TemplafyTemplateId">
    <vt:lpwstr>1311867910551240851</vt:lpwstr>
  </property>
  <property fmtid="{D5CDD505-2E9C-101B-9397-08002B2CF9AE}" pid="6" name="TemplafyUserProfileId">
    <vt:lpwstr>1399065831311147099</vt:lpwstr>
  </property>
  <property fmtid="{D5CDD505-2E9C-101B-9397-08002B2CF9AE}" pid="7" name="TemplafyLanguageCode">
    <vt:lpwstr>nb-NO</vt:lpwstr>
  </property>
  <property fmtid="{D5CDD505-2E9C-101B-9397-08002B2CF9AE}" pid="8" name="TemplafyFromBlank">
    <vt:bool>false</vt:bool>
  </property>
</Properties>
</file>